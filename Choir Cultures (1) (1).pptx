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Lato"/>
      <p:regular r:id="rId12"/>
      <p:bold r:id="rId13"/>
      <p:italic r:id="rId14"/>
      <p:boldItalic r:id="rId15"/>
    </p:embeddedFont>
    <p:embeddedFont>
      <p:font typeface="Work Sans Black"/>
      <p:bold r:id="rId16"/>
      <p:boldItalic r:id="rId17"/>
    </p:embeddedFont>
    <p:embeddedFont>
      <p:font typeface="Work Sans"/>
      <p:regular r:id="rId18"/>
      <p:bold r:id="rId19"/>
      <p:italic r:id="rId20"/>
      <p:boldItalic r:id="rId21"/>
    </p:embeddedFont>
    <p:embeddedFont>
      <p:font typeface="Noto Sans Symbols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-italic.fntdata"/><Relationship Id="rId11" Type="http://schemas.openxmlformats.org/officeDocument/2006/relationships/slide" Target="slides/slide7.xml"/><Relationship Id="rId22" Type="http://schemas.openxmlformats.org/officeDocument/2006/relationships/font" Target="fonts/NotoSansSymbols-regular.fntdata"/><Relationship Id="rId10" Type="http://schemas.openxmlformats.org/officeDocument/2006/relationships/slide" Target="slides/slide6.xml"/><Relationship Id="rId21" Type="http://schemas.openxmlformats.org/officeDocument/2006/relationships/font" Target="fonts/WorkSans-boldItalic.fntdata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23" Type="http://schemas.openxmlformats.org/officeDocument/2006/relationships/font" Target="fonts/NotoSansSymbol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17" Type="http://schemas.openxmlformats.org/officeDocument/2006/relationships/font" Target="fonts/WorkSansBlack-boldItalic.fntdata"/><Relationship Id="rId16" Type="http://schemas.openxmlformats.org/officeDocument/2006/relationships/font" Target="fonts/WorkSansBlack-bold.fntdata"/><Relationship Id="rId5" Type="http://schemas.openxmlformats.org/officeDocument/2006/relationships/slide" Target="slides/slide1.xml"/><Relationship Id="rId19" Type="http://schemas.openxmlformats.org/officeDocument/2006/relationships/font" Target="fonts/WorkSans-bold.fntdata"/><Relationship Id="rId6" Type="http://schemas.openxmlformats.org/officeDocument/2006/relationships/slide" Target="slides/slide2.xml"/><Relationship Id="rId18" Type="http://schemas.openxmlformats.org/officeDocument/2006/relationships/font" Target="fonts/Work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/>
          <p:nvPr/>
        </p:nvSpPr>
        <p:spPr>
          <a:xfrm>
            <a:off x="216000" y="215640"/>
            <a:ext cx="8711640" cy="471204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" name="Google Shape;8;p2"/>
          <p:cNvSpPr txBox="1"/>
          <p:nvPr>
            <p:ph type="title"/>
          </p:nvPr>
        </p:nvSpPr>
        <p:spPr>
          <a:xfrm>
            <a:off x="380880" y="343080"/>
            <a:ext cx="4431600" cy="229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2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9_1" type="blank">
  <p:cSld name="BLANK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216000" y="215640"/>
            <a:ext cx="8711640" cy="471204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" name="Google Shape;12;p3"/>
          <p:cNvSpPr txBox="1"/>
          <p:nvPr>
            <p:ph type="title"/>
          </p:nvPr>
        </p:nvSpPr>
        <p:spPr>
          <a:xfrm>
            <a:off x="720000" y="1215000"/>
            <a:ext cx="345564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5371200" y="540000"/>
            <a:ext cx="3051000" cy="406836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4" name="Google Shape;14;p3"/>
          <p:cNvGrpSpPr/>
          <p:nvPr/>
        </p:nvGrpSpPr>
        <p:grpSpPr>
          <a:xfrm>
            <a:off x="8609040" y="4252320"/>
            <a:ext cx="458280" cy="966960"/>
            <a:chOff x="8609040" y="4252320"/>
            <a:chExt cx="458280" cy="966960"/>
          </a:xfrm>
        </p:grpSpPr>
        <p:sp>
          <p:nvSpPr>
            <p:cNvPr id="15" name="Google Shape;15;p3"/>
            <p:cNvSpPr/>
            <p:nvPr/>
          </p:nvSpPr>
          <p:spPr>
            <a:xfrm>
              <a:off x="8635680" y="4559040"/>
              <a:ext cx="404280" cy="217080"/>
            </a:xfrm>
            <a:custGeom>
              <a:rect b="b" l="l" r="r" t="t"/>
              <a:pathLst>
                <a:path extrusionOk="0" h="2015" w="3748">
                  <a:moveTo>
                    <a:pt x="0" y="0"/>
                  </a:moveTo>
                  <a:lnTo>
                    <a:pt x="3748" y="0"/>
                  </a:lnTo>
                  <a:lnTo>
                    <a:pt x="3748" y="2015"/>
                  </a:lnTo>
                  <a:lnTo>
                    <a:pt x="0" y="20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1614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8736480" y="4285800"/>
              <a:ext cx="101520" cy="312480"/>
            </a:xfrm>
            <a:custGeom>
              <a:rect b="b" l="l" r="r" t="t"/>
              <a:pathLst>
                <a:path extrusionOk="0" h="2897" w="944">
                  <a:moveTo>
                    <a:pt x="474" y="2897"/>
                  </a:moveTo>
                  <a:lnTo>
                    <a:pt x="474" y="2897"/>
                  </a:lnTo>
                  <a:cubicBezTo>
                    <a:pt x="216" y="2897"/>
                    <a:pt x="7" y="2681"/>
                    <a:pt x="6" y="2413"/>
                  </a:cubicBezTo>
                  <a:lnTo>
                    <a:pt x="0" y="488"/>
                  </a:lnTo>
                  <a:cubicBezTo>
                    <a:pt x="-2" y="221"/>
                    <a:pt x="208" y="3"/>
                    <a:pt x="468" y="0"/>
                  </a:cubicBezTo>
                  <a:lnTo>
                    <a:pt x="468" y="0"/>
                  </a:lnTo>
                  <a:cubicBezTo>
                    <a:pt x="730" y="-3"/>
                    <a:pt x="944" y="215"/>
                    <a:pt x="944" y="484"/>
                  </a:cubicBezTo>
                  <a:lnTo>
                    <a:pt x="942" y="2411"/>
                  </a:lnTo>
                  <a:cubicBezTo>
                    <a:pt x="942" y="2679"/>
                    <a:pt x="732" y="2897"/>
                    <a:pt x="474" y="2897"/>
                  </a:cubicBezTo>
                  <a:close/>
                </a:path>
              </a:pathLst>
            </a:custGeom>
            <a:solidFill>
              <a:srgbClr val="C1614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8837280" y="4255560"/>
              <a:ext cx="101520" cy="342720"/>
            </a:xfrm>
            <a:custGeom>
              <a:rect b="b" l="l" r="r" t="t"/>
              <a:pathLst>
                <a:path extrusionOk="0" h="3178" w="944">
                  <a:moveTo>
                    <a:pt x="474" y="3178"/>
                  </a:moveTo>
                  <a:lnTo>
                    <a:pt x="474" y="3178"/>
                  </a:lnTo>
                  <a:cubicBezTo>
                    <a:pt x="216" y="3178"/>
                    <a:pt x="7" y="2962"/>
                    <a:pt x="6" y="2694"/>
                  </a:cubicBezTo>
                  <a:lnTo>
                    <a:pt x="0" y="488"/>
                  </a:lnTo>
                  <a:cubicBezTo>
                    <a:pt x="-1" y="221"/>
                    <a:pt x="208" y="3"/>
                    <a:pt x="468" y="0"/>
                  </a:cubicBezTo>
                  <a:lnTo>
                    <a:pt x="468" y="0"/>
                  </a:lnTo>
                  <a:cubicBezTo>
                    <a:pt x="731" y="-3"/>
                    <a:pt x="945" y="215"/>
                    <a:pt x="944" y="484"/>
                  </a:cubicBezTo>
                  <a:lnTo>
                    <a:pt x="942" y="2692"/>
                  </a:lnTo>
                  <a:cubicBezTo>
                    <a:pt x="942" y="2960"/>
                    <a:pt x="732" y="3178"/>
                    <a:pt x="474" y="3178"/>
                  </a:cubicBezTo>
                  <a:close/>
                </a:path>
              </a:pathLst>
            </a:custGeom>
            <a:solidFill>
              <a:srgbClr val="C1614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8635680" y="4346280"/>
              <a:ext cx="101520" cy="252000"/>
            </a:xfrm>
            <a:custGeom>
              <a:rect b="b" l="l" r="r" t="t"/>
              <a:pathLst>
                <a:path extrusionOk="0" h="2336" w="944">
                  <a:moveTo>
                    <a:pt x="475" y="2336"/>
                  </a:moveTo>
                  <a:lnTo>
                    <a:pt x="475" y="2336"/>
                  </a:lnTo>
                  <a:cubicBezTo>
                    <a:pt x="217" y="2336"/>
                    <a:pt x="8" y="2120"/>
                    <a:pt x="7" y="1852"/>
                  </a:cubicBezTo>
                  <a:lnTo>
                    <a:pt x="0" y="488"/>
                  </a:lnTo>
                  <a:cubicBezTo>
                    <a:pt x="-1" y="221"/>
                    <a:pt x="208" y="3"/>
                    <a:pt x="468" y="0"/>
                  </a:cubicBezTo>
                  <a:lnTo>
                    <a:pt x="468" y="0"/>
                  </a:lnTo>
                  <a:cubicBezTo>
                    <a:pt x="731" y="-3"/>
                    <a:pt x="945" y="215"/>
                    <a:pt x="944" y="484"/>
                  </a:cubicBezTo>
                  <a:lnTo>
                    <a:pt x="943" y="1850"/>
                  </a:lnTo>
                  <a:cubicBezTo>
                    <a:pt x="943" y="2118"/>
                    <a:pt x="733" y="2336"/>
                    <a:pt x="475" y="2336"/>
                  </a:cubicBezTo>
                  <a:close/>
                </a:path>
              </a:pathLst>
            </a:custGeom>
            <a:solidFill>
              <a:srgbClr val="C1614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8938440" y="4285800"/>
              <a:ext cx="101520" cy="386640"/>
            </a:xfrm>
            <a:custGeom>
              <a:rect b="b" l="l" r="r" t="t"/>
              <a:pathLst>
                <a:path extrusionOk="0" h="3584" w="944">
                  <a:moveTo>
                    <a:pt x="942" y="3519"/>
                  </a:moveTo>
                  <a:lnTo>
                    <a:pt x="944" y="484"/>
                  </a:lnTo>
                  <a:cubicBezTo>
                    <a:pt x="944" y="215"/>
                    <a:pt x="730" y="-3"/>
                    <a:pt x="468" y="0"/>
                  </a:cubicBezTo>
                  <a:cubicBezTo>
                    <a:pt x="208" y="3"/>
                    <a:pt x="-2" y="221"/>
                    <a:pt x="0" y="488"/>
                  </a:cubicBezTo>
                  <a:lnTo>
                    <a:pt x="6" y="3584"/>
                  </a:lnTo>
                  <a:lnTo>
                    <a:pt x="942" y="3519"/>
                  </a:lnTo>
                  <a:close/>
                </a:path>
              </a:pathLst>
            </a:custGeom>
            <a:solidFill>
              <a:srgbClr val="C1614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8733240" y="4282560"/>
              <a:ext cx="108000" cy="318960"/>
            </a:xfrm>
            <a:custGeom>
              <a:rect b="b" l="l" r="r" t="t"/>
              <a:pathLst>
                <a:path extrusionOk="0" h="2957" w="1004">
                  <a:moveTo>
                    <a:pt x="503" y="2957"/>
                  </a:moveTo>
                  <a:cubicBezTo>
                    <a:pt x="230" y="2957"/>
                    <a:pt x="7" y="2727"/>
                    <a:pt x="6" y="2444"/>
                  </a:cubicBezTo>
                  <a:lnTo>
                    <a:pt x="0" y="518"/>
                  </a:lnTo>
                  <a:cubicBezTo>
                    <a:pt x="-2" y="235"/>
                    <a:pt x="222" y="3"/>
                    <a:pt x="498" y="0"/>
                  </a:cubicBezTo>
                  <a:cubicBezTo>
                    <a:pt x="631" y="-2"/>
                    <a:pt x="756" y="50"/>
                    <a:pt x="851" y="144"/>
                  </a:cubicBezTo>
                  <a:cubicBezTo>
                    <a:pt x="950" y="242"/>
                    <a:pt x="1004" y="373"/>
                    <a:pt x="1004" y="514"/>
                  </a:cubicBezTo>
                  <a:lnTo>
                    <a:pt x="1002" y="2441"/>
                  </a:lnTo>
                  <a:cubicBezTo>
                    <a:pt x="1002" y="2725"/>
                    <a:pt x="778" y="2957"/>
                    <a:pt x="504" y="2957"/>
                  </a:cubicBezTo>
                  <a:lnTo>
                    <a:pt x="504" y="2927"/>
                  </a:lnTo>
                  <a:lnTo>
                    <a:pt x="504" y="2957"/>
                  </a:lnTo>
                  <a:lnTo>
                    <a:pt x="503" y="2957"/>
                  </a:lnTo>
                  <a:moveTo>
                    <a:pt x="503" y="60"/>
                  </a:moveTo>
                  <a:cubicBezTo>
                    <a:pt x="501" y="60"/>
                    <a:pt x="500" y="60"/>
                    <a:pt x="498" y="60"/>
                  </a:cubicBezTo>
                  <a:cubicBezTo>
                    <a:pt x="255" y="63"/>
                    <a:pt x="59" y="268"/>
                    <a:pt x="60" y="518"/>
                  </a:cubicBezTo>
                  <a:lnTo>
                    <a:pt x="66" y="2443"/>
                  </a:lnTo>
                  <a:cubicBezTo>
                    <a:pt x="67" y="2693"/>
                    <a:pt x="263" y="2897"/>
                    <a:pt x="503" y="2897"/>
                  </a:cubicBezTo>
                  <a:lnTo>
                    <a:pt x="504" y="2897"/>
                  </a:lnTo>
                  <a:cubicBezTo>
                    <a:pt x="745" y="2897"/>
                    <a:pt x="942" y="2692"/>
                    <a:pt x="942" y="2441"/>
                  </a:cubicBezTo>
                  <a:lnTo>
                    <a:pt x="944" y="514"/>
                  </a:lnTo>
                  <a:cubicBezTo>
                    <a:pt x="944" y="389"/>
                    <a:pt x="896" y="273"/>
                    <a:pt x="809" y="187"/>
                  </a:cubicBezTo>
                  <a:cubicBezTo>
                    <a:pt x="726" y="105"/>
                    <a:pt x="618" y="60"/>
                    <a:pt x="503" y="6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8834040" y="4252320"/>
              <a:ext cx="108000" cy="349200"/>
            </a:xfrm>
            <a:custGeom>
              <a:rect b="b" l="l" r="r" t="t"/>
              <a:pathLst>
                <a:path extrusionOk="0" h="3238" w="1004">
                  <a:moveTo>
                    <a:pt x="504" y="3238"/>
                  </a:moveTo>
                  <a:cubicBezTo>
                    <a:pt x="230" y="3238"/>
                    <a:pt x="7" y="3008"/>
                    <a:pt x="6" y="2725"/>
                  </a:cubicBezTo>
                  <a:lnTo>
                    <a:pt x="0" y="518"/>
                  </a:lnTo>
                  <a:cubicBezTo>
                    <a:pt x="-1" y="236"/>
                    <a:pt x="222" y="3"/>
                    <a:pt x="498" y="0"/>
                  </a:cubicBezTo>
                  <a:cubicBezTo>
                    <a:pt x="630" y="-3"/>
                    <a:pt x="756" y="50"/>
                    <a:pt x="851" y="144"/>
                  </a:cubicBezTo>
                  <a:cubicBezTo>
                    <a:pt x="950" y="242"/>
                    <a:pt x="1005" y="374"/>
                    <a:pt x="1004" y="514"/>
                  </a:cubicBezTo>
                  <a:lnTo>
                    <a:pt x="1002" y="2722"/>
                  </a:lnTo>
                  <a:cubicBezTo>
                    <a:pt x="1002" y="3006"/>
                    <a:pt x="778" y="3238"/>
                    <a:pt x="504" y="3238"/>
                  </a:cubicBezTo>
                  <a:lnTo>
                    <a:pt x="504" y="3208"/>
                  </a:lnTo>
                  <a:lnTo>
                    <a:pt x="504" y="3238"/>
                  </a:lnTo>
                  <a:moveTo>
                    <a:pt x="503" y="60"/>
                  </a:moveTo>
                  <a:cubicBezTo>
                    <a:pt x="502" y="60"/>
                    <a:pt x="500" y="60"/>
                    <a:pt x="499" y="60"/>
                  </a:cubicBezTo>
                  <a:cubicBezTo>
                    <a:pt x="256" y="63"/>
                    <a:pt x="59" y="268"/>
                    <a:pt x="60" y="518"/>
                  </a:cubicBezTo>
                  <a:lnTo>
                    <a:pt x="67" y="2724"/>
                  </a:lnTo>
                  <a:cubicBezTo>
                    <a:pt x="68" y="2974"/>
                    <a:pt x="264" y="3178"/>
                    <a:pt x="504" y="3178"/>
                  </a:cubicBezTo>
                  <a:lnTo>
                    <a:pt x="504" y="3178"/>
                  </a:lnTo>
                  <a:cubicBezTo>
                    <a:pt x="745" y="3178"/>
                    <a:pt x="942" y="2973"/>
                    <a:pt x="942" y="2722"/>
                  </a:cubicBezTo>
                  <a:lnTo>
                    <a:pt x="944" y="514"/>
                  </a:lnTo>
                  <a:cubicBezTo>
                    <a:pt x="944" y="390"/>
                    <a:pt x="896" y="273"/>
                    <a:pt x="809" y="187"/>
                  </a:cubicBezTo>
                  <a:cubicBezTo>
                    <a:pt x="726" y="105"/>
                    <a:pt x="618" y="60"/>
                    <a:pt x="503" y="6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8632440" y="4343040"/>
              <a:ext cx="108000" cy="436680"/>
            </a:xfrm>
            <a:custGeom>
              <a:rect b="b" l="l" r="r" t="t"/>
              <a:pathLst>
                <a:path extrusionOk="0" h="4048" w="1005">
                  <a:moveTo>
                    <a:pt x="37" y="4048"/>
                  </a:moveTo>
                  <a:cubicBezTo>
                    <a:pt x="21" y="4048"/>
                    <a:pt x="7" y="4034"/>
                    <a:pt x="7" y="4017"/>
                  </a:cubicBezTo>
                  <a:lnTo>
                    <a:pt x="0" y="519"/>
                  </a:lnTo>
                  <a:cubicBezTo>
                    <a:pt x="-1" y="237"/>
                    <a:pt x="222" y="4"/>
                    <a:pt x="498" y="1"/>
                  </a:cubicBezTo>
                  <a:cubicBezTo>
                    <a:pt x="630" y="-2"/>
                    <a:pt x="756" y="51"/>
                    <a:pt x="852" y="145"/>
                  </a:cubicBezTo>
                  <a:cubicBezTo>
                    <a:pt x="950" y="243"/>
                    <a:pt x="1005" y="375"/>
                    <a:pt x="1005" y="515"/>
                  </a:cubicBezTo>
                  <a:lnTo>
                    <a:pt x="1003" y="1881"/>
                  </a:lnTo>
                  <a:cubicBezTo>
                    <a:pt x="1003" y="2165"/>
                    <a:pt x="779" y="2397"/>
                    <a:pt x="505" y="2397"/>
                  </a:cubicBezTo>
                  <a:lnTo>
                    <a:pt x="505" y="2397"/>
                  </a:lnTo>
                  <a:cubicBezTo>
                    <a:pt x="314" y="2397"/>
                    <a:pt x="147" y="2284"/>
                    <a:pt x="64" y="2120"/>
                  </a:cubicBezTo>
                  <a:lnTo>
                    <a:pt x="68" y="4017"/>
                  </a:lnTo>
                  <a:cubicBezTo>
                    <a:pt x="68" y="4034"/>
                    <a:pt x="54" y="4047"/>
                    <a:pt x="37" y="4048"/>
                  </a:cubicBezTo>
                  <a:moveTo>
                    <a:pt x="63" y="1868"/>
                  </a:moveTo>
                  <a:cubicBezTo>
                    <a:pt x="66" y="1872"/>
                    <a:pt x="68" y="1878"/>
                    <a:pt x="68" y="1883"/>
                  </a:cubicBezTo>
                  <a:cubicBezTo>
                    <a:pt x="68" y="2133"/>
                    <a:pt x="265" y="2337"/>
                    <a:pt x="505" y="2337"/>
                  </a:cubicBezTo>
                  <a:lnTo>
                    <a:pt x="505" y="2337"/>
                  </a:lnTo>
                  <a:cubicBezTo>
                    <a:pt x="746" y="2337"/>
                    <a:pt x="943" y="2132"/>
                    <a:pt x="943" y="1881"/>
                  </a:cubicBezTo>
                  <a:lnTo>
                    <a:pt x="944" y="515"/>
                  </a:lnTo>
                  <a:cubicBezTo>
                    <a:pt x="944" y="391"/>
                    <a:pt x="897" y="274"/>
                    <a:pt x="809" y="188"/>
                  </a:cubicBezTo>
                  <a:cubicBezTo>
                    <a:pt x="725" y="105"/>
                    <a:pt x="614" y="60"/>
                    <a:pt x="499" y="61"/>
                  </a:cubicBezTo>
                  <a:cubicBezTo>
                    <a:pt x="256" y="64"/>
                    <a:pt x="59" y="269"/>
                    <a:pt x="61" y="519"/>
                  </a:cubicBezTo>
                  <a:lnTo>
                    <a:pt x="63" y="18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8804880" y="4399920"/>
              <a:ext cx="235080" cy="345960"/>
            </a:xfrm>
            <a:custGeom>
              <a:rect b="b" l="l" r="r" t="t"/>
              <a:pathLst>
                <a:path extrusionOk="0" h="3209" w="2181">
                  <a:moveTo>
                    <a:pt x="883" y="125"/>
                  </a:moveTo>
                  <a:lnTo>
                    <a:pt x="2181" y="1205"/>
                  </a:lnTo>
                  <a:lnTo>
                    <a:pt x="2181" y="3209"/>
                  </a:lnTo>
                  <a:lnTo>
                    <a:pt x="1393" y="3209"/>
                  </a:lnTo>
                  <a:lnTo>
                    <a:pt x="66" y="799"/>
                  </a:lnTo>
                  <a:cubicBezTo>
                    <a:pt x="-42" y="602"/>
                    <a:pt x="-17" y="359"/>
                    <a:pt x="129" y="188"/>
                  </a:cubicBezTo>
                  <a:lnTo>
                    <a:pt x="129" y="188"/>
                  </a:lnTo>
                  <a:cubicBezTo>
                    <a:pt x="321" y="-35"/>
                    <a:pt x="656" y="-64"/>
                    <a:pt x="883" y="125"/>
                  </a:cubicBezTo>
                  <a:close/>
                </a:path>
              </a:pathLst>
            </a:custGeom>
            <a:solidFill>
              <a:srgbClr val="C1614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8801640" y="4397040"/>
              <a:ext cx="234000" cy="335880"/>
            </a:xfrm>
            <a:custGeom>
              <a:rect b="b" l="l" r="r" t="t"/>
              <a:pathLst>
                <a:path extrusionOk="0" h="3115" w="2169">
                  <a:moveTo>
                    <a:pt x="1339" y="3115"/>
                  </a:moveTo>
                  <a:cubicBezTo>
                    <a:pt x="1329" y="3115"/>
                    <a:pt x="1318" y="3110"/>
                    <a:pt x="1313" y="3100"/>
                  </a:cubicBezTo>
                  <a:lnTo>
                    <a:pt x="70" y="842"/>
                  </a:lnTo>
                  <a:cubicBezTo>
                    <a:pt x="-44" y="636"/>
                    <a:pt x="-17" y="377"/>
                    <a:pt x="136" y="198"/>
                  </a:cubicBezTo>
                  <a:cubicBezTo>
                    <a:pt x="337" y="-37"/>
                    <a:pt x="694" y="-67"/>
                    <a:pt x="932" y="131"/>
                  </a:cubicBezTo>
                  <a:lnTo>
                    <a:pt x="2158" y="1151"/>
                  </a:lnTo>
                  <a:cubicBezTo>
                    <a:pt x="2171" y="1161"/>
                    <a:pt x="2173" y="1180"/>
                    <a:pt x="2162" y="1193"/>
                  </a:cubicBezTo>
                  <a:cubicBezTo>
                    <a:pt x="2151" y="1206"/>
                    <a:pt x="2132" y="1207"/>
                    <a:pt x="2120" y="1197"/>
                  </a:cubicBezTo>
                  <a:lnTo>
                    <a:pt x="893" y="177"/>
                  </a:lnTo>
                  <a:cubicBezTo>
                    <a:pt x="681" y="0"/>
                    <a:pt x="362" y="27"/>
                    <a:pt x="182" y="237"/>
                  </a:cubicBezTo>
                  <a:cubicBezTo>
                    <a:pt x="45" y="397"/>
                    <a:pt x="21" y="628"/>
                    <a:pt x="122" y="813"/>
                  </a:cubicBezTo>
                  <a:lnTo>
                    <a:pt x="1366" y="3071"/>
                  </a:lnTo>
                  <a:cubicBezTo>
                    <a:pt x="1374" y="3085"/>
                    <a:pt x="1368" y="3104"/>
                    <a:pt x="1354" y="3112"/>
                  </a:cubicBezTo>
                  <a:cubicBezTo>
                    <a:pt x="1349" y="3114"/>
                    <a:pt x="1344" y="3115"/>
                    <a:pt x="1339" y="31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8934840" y="4282560"/>
              <a:ext cx="108000" cy="497160"/>
            </a:xfrm>
            <a:custGeom>
              <a:rect b="b" l="l" r="r" t="t"/>
              <a:pathLst>
                <a:path extrusionOk="0" h="4608" w="1005">
                  <a:moveTo>
                    <a:pt x="973" y="4608"/>
                  </a:moveTo>
                  <a:lnTo>
                    <a:pt x="973" y="4608"/>
                  </a:lnTo>
                  <a:cubicBezTo>
                    <a:pt x="956" y="4608"/>
                    <a:pt x="943" y="4594"/>
                    <a:pt x="943" y="4577"/>
                  </a:cubicBezTo>
                  <a:lnTo>
                    <a:pt x="945" y="514"/>
                  </a:lnTo>
                  <a:cubicBezTo>
                    <a:pt x="945" y="389"/>
                    <a:pt x="897" y="273"/>
                    <a:pt x="809" y="187"/>
                  </a:cubicBezTo>
                  <a:cubicBezTo>
                    <a:pt x="726" y="104"/>
                    <a:pt x="615" y="60"/>
                    <a:pt x="499" y="60"/>
                  </a:cubicBezTo>
                  <a:cubicBezTo>
                    <a:pt x="256" y="63"/>
                    <a:pt x="59" y="268"/>
                    <a:pt x="61" y="518"/>
                  </a:cubicBezTo>
                  <a:lnTo>
                    <a:pt x="67" y="1510"/>
                  </a:lnTo>
                  <a:cubicBezTo>
                    <a:pt x="67" y="1527"/>
                    <a:pt x="54" y="1540"/>
                    <a:pt x="37" y="1540"/>
                  </a:cubicBezTo>
                  <a:lnTo>
                    <a:pt x="37" y="1540"/>
                  </a:lnTo>
                  <a:cubicBezTo>
                    <a:pt x="20" y="1540"/>
                    <a:pt x="7" y="1527"/>
                    <a:pt x="7" y="1511"/>
                  </a:cubicBezTo>
                  <a:lnTo>
                    <a:pt x="0" y="518"/>
                  </a:lnTo>
                  <a:cubicBezTo>
                    <a:pt x="-1" y="235"/>
                    <a:pt x="222" y="3"/>
                    <a:pt x="498" y="0"/>
                  </a:cubicBezTo>
                  <a:cubicBezTo>
                    <a:pt x="632" y="-3"/>
                    <a:pt x="757" y="49"/>
                    <a:pt x="852" y="144"/>
                  </a:cubicBezTo>
                  <a:cubicBezTo>
                    <a:pt x="951" y="242"/>
                    <a:pt x="1005" y="373"/>
                    <a:pt x="1005" y="514"/>
                  </a:cubicBezTo>
                  <a:lnTo>
                    <a:pt x="1003" y="4577"/>
                  </a:lnTo>
                  <a:cubicBezTo>
                    <a:pt x="1003" y="4594"/>
                    <a:pt x="989" y="4608"/>
                    <a:pt x="973" y="4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8612280" y="4806000"/>
              <a:ext cx="451800" cy="410040"/>
            </a:xfrm>
            <a:custGeom>
              <a:rect b="b" l="l" r="r" t="t"/>
              <a:pathLst>
                <a:path extrusionOk="0" h="3802" w="4188">
                  <a:moveTo>
                    <a:pt x="0" y="0"/>
                  </a:moveTo>
                  <a:lnTo>
                    <a:pt x="4188" y="0"/>
                  </a:lnTo>
                  <a:lnTo>
                    <a:pt x="4188" y="3802"/>
                  </a:lnTo>
                  <a:lnTo>
                    <a:pt x="0" y="38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8609040" y="4802760"/>
              <a:ext cx="458280" cy="416520"/>
            </a:xfrm>
            <a:custGeom>
              <a:rect b="b" l="l" r="r" t="t"/>
              <a:pathLst>
                <a:path extrusionOk="0" h="3862" w="4248">
                  <a:moveTo>
                    <a:pt x="4218" y="3862"/>
                  </a:moveTo>
                  <a:lnTo>
                    <a:pt x="30" y="3862"/>
                  </a:lnTo>
                  <a:cubicBezTo>
                    <a:pt x="14" y="3862"/>
                    <a:pt x="0" y="3848"/>
                    <a:pt x="0" y="3832"/>
                  </a:cubicBezTo>
                  <a:lnTo>
                    <a:pt x="0" y="30"/>
                  </a:lnTo>
                  <a:cubicBezTo>
                    <a:pt x="0" y="14"/>
                    <a:pt x="14" y="0"/>
                    <a:pt x="30" y="0"/>
                  </a:cubicBezTo>
                  <a:lnTo>
                    <a:pt x="4218" y="0"/>
                  </a:lnTo>
                  <a:cubicBezTo>
                    <a:pt x="4234" y="0"/>
                    <a:pt x="4248" y="14"/>
                    <a:pt x="4248" y="30"/>
                  </a:cubicBezTo>
                  <a:lnTo>
                    <a:pt x="4248" y="3832"/>
                  </a:lnTo>
                  <a:cubicBezTo>
                    <a:pt x="4248" y="3848"/>
                    <a:pt x="4234" y="3862"/>
                    <a:pt x="4218" y="3862"/>
                  </a:cubicBezTo>
                  <a:moveTo>
                    <a:pt x="61" y="3802"/>
                  </a:moveTo>
                  <a:lnTo>
                    <a:pt x="4188" y="3802"/>
                  </a:lnTo>
                  <a:lnTo>
                    <a:pt x="4188" y="61"/>
                  </a:lnTo>
                  <a:lnTo>
                    <a:pt x="61" y="61"/>
                  </a:lnTo>
                  <a:lnTo>
                    <a:pt x="61" y="380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8635680" y="4746600"/>
              <a:ext cx="404280" cy="59040"/>
            </a:xfrm>
            <a:custGeom>
              <a:rect b="b" l="l" r="r" t="t"/>
              <a:pathLst>
                <a:path extrusionOk="0" h="550" w="3748">
                  <a:moveTo>
                    <a:pt x="0" y="0"/>
                  </a:moveTo>
                  <a:lnTo>
                    <a:pt x="3748" y="0"/>
                  </a:lnTo>
                  <a:lnTo>
                    <a:pt x="3748" y="550"/>
                  </a:lnTo>
                  <a:lnTo>
                    <a:pt x="0" y="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29500" lIns="81700" spcFirstLastPara="1" rIns="81700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8632440" y="4743360"/>
              <a:ext cx="410760" cy="65520"/>
            </a:xfrm>
            <a:custGeom>
              <a:rect b="b" l="l" r="r" t="t"/>
              <a:pathLst>
                <a:path extrusionOk="0" h="611" w="3808">
                  <a:moveTo>
                    <a:pt x="3778" y="611"/>
                  </a:moveTo>
                  <a:lnTo>
                    <a:pt x="30" y="611"/>
                  </a:lnTo>
                  <a:cubicBezTo>
                    <a:pt x="14" y="611"/>
                    <a:pt x="0" y="597"/>
                    <a:pt x="0" y="580"/>
                  </a:cubicBezTo>
                  <a:lnTo>
                    <a:pt x="0" y="30"/>
                  </a:lnTo>
                  <a:cubicBezTo>
                    <a:pt x="0" y="13"/>
                    <a:pt x="14" y="0"/>
                    <a:pt x="30" y="0"/>
                  </a:cubicBezTo>
                  <a:lnTo>
                    <a:pt x="3778" y="0"/>
                  </a:lnTo>
                  <a:cubicBezTo>
                    <a:pt x="3794" y="0"/>
                    <a:pt x="3808" y="13"/>
                    <a:pt x="3808" y="30"/>
                  </a:cubicBezTo>
                  <a:lnTo>
                    <a:pt x="3808" y="580"/>
                  </a:lnTo>
                  <a:cubicBezTo>
                    <a:pt x="3808" y="597"/>
                    <a:pt x="3794" y="611"/>
                    <a:pt x="3778" y="611"/>
                  </a:cubicBezTo>
                  <a:moveTo>
                    <a:pt x="61" y="550"/>
                  </a:moveTo>
                  <a:lnTo>
                    <a:pt x="3748" y="550"/>
                  </a:lnTo>
                  <a:lnTo>
                    <a:pt x="3748" y="60"/>
                  </a:lnTo>
                  <a:lnTo>
                    <a:pt x="61" y="60"/>
                  </a:lnTo>
                  <a:lnTo>
                    <a:pt x="61" y="55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32750" lIns="81700" spcFirstLastPara="1" rIns="81700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8609040" y="4862160"/>
              <a:ext cx="458280" cy="6120"/>
            </a:xfrm>
            <a:custGeom>
              <a:rect b="b" l="l" r="r" t="t"/>
              <a:pathLst>
                <a:path extrusionOk="0" h="60" w="4248">
                  <a:moveTo>
                    <a:pt x="4218" y="60"/>
                  </a:moveTo>
                  <a:lnTo>
                    <a:pt x="30" y="60"/>
                  </a:lnTo>
                  <a:cubicBezTo>
                    <a:pt x="14" y="60"/>
                    <a:pt x="0" y="47"/>
                    <a:pt x="0" y="30"/>
                  </a:cubicBezTo>
                  <a:cubicBezTo>
                    <a:pt x="0" y="14"/>
                    <a:pt x="14" y="0"/>
                    <a:pt x="30" y="0"/>
                  </a:cubicBezTo>
                  <a:lnTo>
                    <a:pt x="4218" y="0"/>
                  </a:lnTo>
                  <a:cubicBezTo>
                    <a:pt x="4234" y="0"/>
                    <a:pt x="4248" y="14"/>
                    <a:pt x="4248" y="30"/>
                  </a:cubicBezTo>
                  <a:cubicBezTo>
                    <a:pt x="4248" y="47"/>
                    <a:pt x="4234" y="60"/>
                    <a:pt x="4218" y="6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81700" spcFirstLastPara="1" rIns="817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8935200" y="4831920"/>
              <a:ext cx="66600" cy="66600"/>
            </a:xfrm>
            <a:custGeom>
              <a:rect b="b" l="l" r="r" t="t"/>
              <a:pathLst>
                <a:path extrusionOk="0" h="619" w="619">
                  <a:moveTo>
                    <a:pt x="619" y="309"/>
                  </a:moveTo>
                  <a:cubicBezTo>
                    <a:pt x="619" y="480"/>
                    <a:pt x="481" y="619"/>
                    <a:pt x="310" y="619"/>
                  </a:cubicBezTo>
                  <a:cubicBezTo>
                    <a:pt x="139" y="619"/>
                    <a:pt x="0" y="480"/>
                    <a:pt x="0" y="309"/>
                  </a:cubicBezTo>
                  <a:cubicBezTo>
                    <a:pt x="0" y="138"/>
                    <a:pt x="139" y="0"/>
                    <a:pt x="310" y="0"/>
                  </a:cubicBezTo>
                  <a:cubicBezTo>
                    <a:pt x="481" y="0"/>
                    <a:pt x="619" y="138"/>
                    <a:pt x="619" y="3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33475" lIns="81700" spcFirstLastPara="1" rIns="81700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8931960" y="4828680"/>
              <a:ext cx="73080" cy="73080"/>
            </a:xfrm>
            <a:custGeom>
              <a:rect b="b" l="l" r="r" t="t"/>
              <a:pathLst>
                <a:path extrusionOk="0" h="679" w="679">
                  <a:moveTo>
                    <a:pt x="340" y="679"/>
                  </a:moveTo>
                  <a:cubicBezTo>
                    <a:pt x="153" y="679"/>
                    <a:pt x="0" y="526"/>
                    <a:pt x="0" y="339"/>
                  </a:cubicBezTo>
                  <a:cubicBezTo>
                    <a:pt x="0" y="152"/>
                    <a:pt x="153" y="0"/>
                    <a:pt x="340" y="0"/>
                  </a:cubicBezTo>
                  <a:cubicBezTo>
                    <a:pt x="527" y="0"/>
                    <a:pt x="679" y="152"/>
                    <a:pt x="679" y="339"/>
                  </a:cubicBezTo>
                  <a:cubicBezTo>
                    <a:pt x="679" y="526"/>
                    <a:pt x="527" y="679"/>
                    <a:pt x="340" y="679"/>
                  </a:cubicBezTo>
                  <a:moveTo>
                    <a:pt x="340" y="60"/>
                  </a:moveTo>
                  <a:cubicBezTo>
                    <a:pt x="186" y="60"/>
                    <a:pt x="61" y="185"/>
                    <a:pt x="61" y="339"/>
                  </a:cubicBezTo>
                  <a:cubicBezTo>
                    <a:pt x="61" y="493"/>
                    <a:pt x="186" y="618"/>
                    <a:pt x="340" y="618"/>
                  </a:cubicBezTo>
                  <a:cubicBezTo>
                    <a:pt x="494" y="618"/>
                    <a:pt x="619" y="493"/>
                    <a:pt x="619" y="339"/>
                  </a:cubicBezTo>
                  <a:cubicBezTo>
                    <a:pt x="619" y="185"/>
                    <a:pt x="494" y="60"/>
                    <a:pt x="340" y="6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36700" lIns="81700" spcFirstLastPara="1" rIns="81700" wrap="square" tIns="3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216000" y="215640"/>
            <a:ext cx="8711640" cy="471204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720000" y="444960"/>
            <a:ext cx="770364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720000" y="1035000"/>
            <a:ext cx="7703640" cy="399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9">
  <p:cSld name="CUSTOM_9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216000" y="215640"/>
            <a:ext cx="8711640" cy="471204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9" name="Google Shape;39;p5"/>
          <p:cNvSpPr txBox="1"/>
          <p:nvPr>
            <p:ph type="title"/>
          </p:nvPr>
        </p:nvSpPr>
        <p:spPr>
          <a:xfrm>
            <a:off x="374760" y="647640"/>
            <a:ext cx="8394120" cy="6091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>
  <p:cSld name="CUSTOM_3_1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216000" y="215640"/>
            <a:ext cx="8711640" cy="471204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1510200" y="539640"/>
            <a:ext cx="4535640" cy="1077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Google Shape;44;p6"/>
          <p:cNvSpPr/>
          <p:nvPr/>
        </p:nvSpPr>
        <p:spPr>
          <a:xfrm>
            <a:off x="1474200" y="3683160"/>
            <a:ext cx="4607640" cy="5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CRÉDITOS: este modelo de apresentação foi criado pelo </a:t>
            </a:r>
            <a:r>
              <a:rPr b="1" i="0" lang="zh-CN" sz="12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b="0" i="0" lang="zh-C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e inclui ícone, infográficos e imagens da </a:t>
            </a:r>
            <a:r>
              <a:rPr b="1" i="0" lang="zh-CN" sz="12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Freepik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45" name="Google Shape;45;p6"/>
          <p:cNvGrpSpPr/>
          <p:nvPr/>
        </p:nvGrpSpPr>
        <p:grpSpPr>
          <a:xfrm>
            <a:off x="76320" y="3859920"/>
            <a:ext cx="458280" cy="1359360"/>
            <a:chOff x="76320" y="3859920"/>
            <a:chExt cx="458280" cy="1359360"/>
          </a:xfrm>
        </p:grpSpPr>
        <p:sp>
          <p:nvSpPr>
            <p:cNvPr id="46" name="Google Shape;46;p6"/>
            <p:cNvSpPr/>
            <p:nvPr/>
          </p:nvSpPr>
          <p:spPr>
            <a:xfrm>
              <a:off x="102600" y="4167000"/>
              <a:ext cx="404280" cy="217080"/>
            </a:xfrm>
            <a:custGeom>
              <a:rect b="b" l="l" r="r" t="t"/>
              <a:pathLst>
                <a:path extrusionOk="0" h="2015" w="3746">
                  <a:moveTo>
                    <a:pt x="0" y="0"/>
                  </a:moveTo>
                  <a:lnTo>
                    <a:pt x="3746" y="0"/>
                  </a:lnTo>
                  <a:lnTo>
                    <a:pt x="3746" y="2015"/>
                  </a:lnTo>
                  <a:lnTo>
                    <a:pt x="0" y="20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4F3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" name="Google Shape;47;p6"/>
            <p:cNvSpPr/>
            <p:nvPr/>
          </p:nvSpPr>
          <p:spPr>
            <a:xfrm>
              <a:off x="203400" y="3893400"/>
              <a:ext cx="101520" cy="312480"/>
            </a:xfrm>
            <a:custGeom>
              <a:rect b="b" l="l" r="r" t="t"/>
              <a:pathLst>
                <a:path extrusionOk="0" h="2898" w="944">
                  <a:moveTo>
                    <a:pt x="474" y="2898"/>
                  </a:moveTo>
                  <a:lnTo>
                    <a:pt x="474" y="2898"/>
                  </a:lnTo>
                  <a:cubicBezTo>
                    <a:pt x="217" y="2898"/>
                    <a:pt x="8" y="2682"/>
                    <a:pt x="7" y="2415"/>
                  </a:cubicBezTo>
                  <a:lnTo>
                    <a:pt x="0" y="488"/>
                  </a:lnTo>
                  <a:cubicBezTo>
                    <a:pt x="-1" y="221"/>
                    <a:pt x="208" y="3"/>
                    <a:pt x="468" y="0"/>
                  </a:cubicBezTo>
                  <a:lnTo>
                    <a:pt x="468" y="0"/>
                  </a:lnTo>
                  <a:cubicBezTo>
                    <a:pt x="731" y="-2"/>
                    <a:pt x="944" y="215"/>
                    <a:pt x="943" y="485"/>
                  </a:cubicBezTo>
                  <a:lnTo>
                    <a:pt x="942" y="2412"/>
                  </a:lnTo>
                  <a:cubicBezTo>
                    <a:pt x="941" y="2680"/>
                    <a:pt x="733" y="2898"/>
                    <a:pt x="474" y="2898"/>
                  </a:cubicBezTo>
                  <a:close/>
                </a:path>
              </a:pathLst>
            </a:custGeom>
            <a:solidFill>
              <a:srgbClr val="A74F3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" name="Google Shape;48;p6"/>
            <p:cNvSpPr/>
            <p:nvPr/>
          </p:nvSpPr>
          <p:spPr>
            <a:xfrm>
              <a:off x="304200" y="3863160"/>
              <a:ext cx="101520" cy="342720"/>
            </a:xfrm>
            <a:custGeom>
              <a:rect b="b" l="l" r="r" t="t"/>
              <a:pathLst>
                <a:path extrusionOk="0" h="3178" w="944">
                  <a:moveTo>
                    <a:pt x="473" y="3178"/>
                  </a:moveTo>
                  <a:lnTo>
                    <a:pt x="473" y="3178"/>
                  </a:lnTo>
                  <a:cubicBezTo>
                    <a:pt x="216" y="3178"/>
                    <a:pt x="7" y="2962"/>
                    <a:pt x="6" y="2695"/>
                  </a:cubicBezTo>
                  <a:lnTo>
                    <a:pt x="0" y="488"/>
                  </a:lnTo>
                  <a:cubicBezTo>
                    <a:pt x="-1" y="221"/>
                    <a:pt x="208" y="2"/>
                    <a:pt x="468" y="0"/>
                  </a:cubicBezTo>
                  <a:lnTo>
                    <a:pt x="468" y="0"/>
                  </a:lnTo>
                  <a:cubicBezTo>
                    <a:pt x="730" y="-3"/>
                    <a:pt x="944" y="214"/>
                    <a:pt x="944" y="484"/>
                  </a:cubicBezTo>
                  <a:lnTo>
                    <a:pt x="942" y="2692"/>
                  </a:lnTo>
                  <a:cubicBezTo>
                    <a:pt x="941" y="2960"/>
                    <a:pt x="732" y="3178"/>
                    <a:pt x="473" y="3178"/>
                  </a:cubicBezTo>
                  <a:close/>
                </a:path>
              </a:pathLst>
            </a:custGeom>
            <a:solidFill>
              <a:srgbClr val="A74F3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102600" y="3954240"/>
              <a:ext cx="101520" cy="252000"/>
            </a:xfrm>
            <a:custGeom>
              <a:rect b="b" l="l" r="r" t="t"/>
              <a:pathLst>
                <a:path extrusionOk="0" h="2336" w="944">
                  <a:moveTo>
                    <a:pt x="474" y="2336"/>
                  </a:moveTo>
                  <a:lnTo>
                    <a:pt x="474" y="2336"/>
                  </a:lnTo>
                  <a:cubicBezTo>
                    <a:pt x="217" y="2336"/>
                    <a:pt x="8" y="2120"/>
                    <a:pt x="7" y="1853"/>
                  </a:cubicBezTo>
                  <a:lnTo>
                    <a:pt x="0" y="488"/>
                  </a:lnTo>
                  <a:cubicBezTo>
                    <a:pt x="-1" y="221"/>
                    <a:pt x="208" y="2"/>
                    <a:pt x="468" y="0"/>
                  </a:cubicBezTo>
                  <a:lnTo>
                    <a:pt x="468" y="0"/>
                  </a:lnTo>
                  <a:cubicBezTo>
                    <a:pt x="730" y="-3"/>
                    <a:pt x="944" y="214"/>
                    <a:pt x="944" y="484"/>
                  </a:cubicBezTo>
                  <a:lnTo>
                    <a:pt x="943" y="1850"/>
                  </a:lnTo>
                  <a:cubicBezTo>
                    <a:pt x="942" y="2118"/>
                    <a:pt x="733" y="2336"/>
                    <a:pt x="474" y="2336"/>
                  </a:cubicBezTo>
                  <a:close/>
                </a:path>
              </a:pathLst>
            </a:custGeom>
            <a:solidFill>
              <a:srgbClr val="A74F3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" name="Google Shape;50;p6"/>
            <p:cNvSpPr/>
            <p:nvPr/>
          </p:nvSpPr>
          <p:spPr>
            <a:xfrm>
              <a:off x="405360" y="3893400"/>
              <a:ext cx="101520" cy="386640"/>
            </a:xfrm>
            <a:custGeom>
              <a:rect b="b" l="l" r="r" t="t"/>
              <a:pathLst>
                <a:path extrusionOk="0" h="3585" w="944">
                  <a:moveTo>
                    <a:pt x="942" y="3521"/>
                  </a:moveTo>
                  <a:lnTo>
                    <a:pt x="944" y="485"/>
                  </a:lnTo>
                  <a:cubicBezTo>
                    <a:pt x="945" y="215"/>
                    <a:pt x="731" y="-2"/>
                    <a:pt x="468" y="0"/>
                  </a:cubicBezTo>
                  <a:cubicBezTo>
                    <a:pt x="208" y="3"/>
                    <a:pt x="-1" y="221"/>
                    <a:pt x="0" y="488"/>
                  </a:cubicBezTo>
                  <a:lnTo>
                    <a:pt x="7" y="3585"/>
                  </a:lnTo>
                  <a:lnTo>
                    <a:pt x="942" y="3521"/>
                  </a:lnTo>
                  <a:close/>
                </a:path>
              </a:pathLst>
            </a:custGeom>
            <a:solidFill>
              <a:srgbClr val="A74F3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200160" y="3890160"/>
              <a:ext cx="108000" cy="318960"/>
            </a:xfrm>
            <a:custGeom>
              <a:rect b="b" l="l" r="r" t="t"/>
              <a:pathLst>
                <a:path extrusionOk="0" h="2958" w="1004">
                  <a:moveTo>
                    <a:pt x="504" y="2958"/>
                  </a:moveTo>
                  <a:cubicBezTo>
                    <a:pt x="231" y="2958"/>
                    <a:pt x="8" y="2728"/>
                    <a:pt x="7" y="2445"/>
                  </a:cubicBezTo>
                  <a:lnTo>
                    <a:pt x="0" y="519"/>
                  </a:lnTo>
                  <a:cubicBezTo>
                    <a:pt x="-1" y="236"/>
                    <a:pt x="222" y="3"/>
                    <a:pt x="498" y="0"/>
                  </a:cubicBezTo>
                  <a:cubicBezTo>
                    <a:pt x="631" y="-3"/>
                    <a:pt x="756" y="50"/>
                    <a:pt x="852" y="144"/>
                  </a:cubicBezTo>
                  <a:cubicBezTo>
                    <a:pt x="950" y="242"/>
                    <a:pt x="1004" y="374"/>
                    <a:pt x="1004" y="515"/>
                  </a:cubicBezTo>
                  <a:lnTo>
                    <a:pt x="1002" y="2442"/>
                  </a:lnTo>
                  <a:cubicBezTo>
                    <a:pt x="1001" y="2727"/>
                    <a:pt x="779" y="2958"/>
                    <a:pt x="504" y="2958"/>
                  </a:cubicBezTo>
                  <a:moveTo>
                    <a:pt x="503" y="60"/>
                  </a:moveTo>
                  <a:cubicBezTo>
                    <a:pt x="502" y="60"/>
                    <a:pt x="500" y="60"/>
                    <a:pt x="499" y="60"/>
                  </a:cubicBezTo>
                  <a:cubicBezTo>
                    <a:pt x="256" y="63"/>
                    <a:pt x="59" y="268"/>
                    <a:pt x="60" y="518"/>
                  </a:cubicBezTo>
                  <a:lnTo>
                    <a:pt x="67" y="2445"/>
                  </a:lnTo>
                  <a:cubicBezTo>
                    <a:pt x="68" y="2695"/>
                    <a:pt x="264" y="2898"/>
                    <a:pt x="504" y="2898"/>
                  </a:cubicBezTo>
                  <a:lnTo>
                    <a:pt x="504" y="2898"/>
                  </a:lnTo>
                  <a:cubicBezTo>
                    <a:pt x="746" y="2898"/>
                    <a:pt x="942" y="2693"/>
                    <a:pt x="942" y="2442"/>
                  </a:cubicBezTo>
                  <a:lnTo>
                    <a:pt x="944" y="514"/>
                  </a:lnTo>
                  <a:cubicBezTo>
                    <a:pt x="944" y="390"/>
                    <a:pt x="896" y="274"/>
                    <a:pt x="809" y="187"/>
                  </a:cubicBezTo>
                  <a:cubicBezTo>
                    <a:pt x="727" y="105"/>
                    <a:pt x="618" y="60"/>
                    <a:pt x="503" y="6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300960" y="3859920"/>
              <a:ext cx="108000" cy="349200"/>
            </a:xfrm>
            <a:custGeom>
              <a:rect b="b" l="l" r="r" t="t"/>
              <a:pathLst>
                <a:path extrusionOk="0" h="3239" w="1004">
                  <a:moveTo>
                    <a:pt x="503" y="3239"/>
                  </a:moveTo>
                  <a:cubicBezTo>
                    <a:pt x="230" y="3239"/>
                    <a:pt x="8" y="3009"/>
                    <a:pt x="7" y="2726"/>
                  </a:cubicBezTo>
                  <a:lnTo>
                    <a:pt x="1" y="519"/>
                  </a:lnTo>
                  <a:cubicBezTo>
                    <a:pt x="-1" y="236"/>
                    <a:pt x="222" y="3"/>
                    <a:pt x="497" y="0"/>
                  </a:cubicBezTo>
                  <a:cubicBezTo>
                    <a:pt x="630" y="-1"/>
                    <a:pt x="756" y="50"/>
                    <a:pt x="851" y="145"/>
                  </a:cubicBezTo>
                  <a:cubicBezTo>
                    <a:pt x="950" y="243"/>
                    <a:pt x="1004" y="374"/>
                    <a:pt x="1004" y="515"/>
                  </a:cubicBezTo>
                  <a:lnTo>
                    <a:pt x="1002" y="2723"/>
                  </a:lnTo>
                  <a:cubicBezTo>
                    <a:pt x="1002" y="3008"/>
                    <a:pt x="778" y="3239"/>
                    <a:pt x="503" y="3239"/>
                  </a:cubicBezTo>
                  <a:moveTo>
                    <a:pt x="503" y="61"/>
                  </a:moveTo>
                  <a:lnTo>
                    <a:pt x="498" y="61"/>
                  </a:lnTo>
                  <a:cubicBezTo>
                    <a:pt x="255" y="63"/>
                    <a:pt x="59" y="269"/>
                    <a:pt x="60" y="519"/>
                  </a:cubicBezTo>
                  <a:lnTo>
                    <a:pt x="66" y="2726"/>
                  </a:lnTo>
                  <a:cubicBezTo>
                    <a:pt x="67" y="2976"/>
                    <a:pt x="263" y="3179"/>
                    <a:pt x="503" y="3179"/>
                  </a:cubicBezTo>
                  <a:lnTo>
                    <a:pt x="503" y="3179"/>
                  </a:lnTo>
                  <a:cubicBezTo>
                    <a:pt x="745" y="3179"/>
                    <a:pt x="941" y="2974"/>
                    <a:pt x="942" y="2723"/>
                  </a:cubicBezTo>
                  <a:lnTo>
                    <a:pt x="944" y="515"/>
                  </a:lnTo>
                  <a:cubicBezTo>
                    <a:pt x="944" y="390"/>
                    <a:pt x="896" y="274"/>
                    <a:pt x="809" y="188"/>
                  </a:cubicBezTo>
                  <a:cubicBezTo>
                    <a:pt x="726" y="106"/>
                    <a:pt x="618" y="61"/>
                    <a:pt x="503" y="6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99360" y="3951000"/>
              <a:ext cx="108000" cy="436680"/>
            </a:xfrm>
            <a:custGeom>
              <a:rect b="b" l="l" r="r" t="t"/>
              <a:pathLst>
                <a:path extrusionOk="0" h="4048" w="1004">
                  <a:moveTo>
                    <a:pt x="37" y="4048"/>
                  </a:moveTo>
                  <a:cubicBezTo>
                    <a:pt x="20" y="4048"/>
                    <a:pt x="7" y="4035"/>
                    <a:pt x="7" y="4018"/>
                  </a:cubicBezTo>
                  <a:lnTo>
                    <a:pt x="0" y="519"/>
                  </a:lnTo>
                  <a:cubicBezTo>
                    <a:pt x="-2" y="236"/>
                    <a:pt x="222" y="3"/>
                    <a:pt x="498" y="0"/>
                  </a:cubicBezTo>
                  <a:cubicBezTo>
                    <a:pt x="631" y="-2"/>
                    <a:pt x="756" y="50"/>
                    <a:pt x="851" y="145"/>
                  </a:cubicBezTo>
                  <a:cubicBezTo>
                    <a:pt x="950" y="243"/>
                    <a:pt x="1004" y="374"/>
                    <a:pt x="1004" y="515"/>
                  </a:cubicBezTo>
                  <a:lnTo>
                    <a:pt x="1003" y="1881"/>
                  </a:lnTo>
                  <a:cubicBezTo>
                    <a:pt x="1002" y="2166"/>
                    <a:pt x="779" y="2397"/>
                    <a:pt x="504" y="2397"/>
                  </a:cubicBezTo>
                  <a:lnTo>
                    <a:pt x="504" y="2397"/>
                  </a:lnTo>
                  <a:cubicBezTo>
                    <a:pt x="313" y="2397"/>
                    <a:pt x="147" y="2285"/>
                    <a:pt x="63" y="2120"/>
                  </a:cubicBezTo>
                  <a:lnTo>
                    <a:pt x="67" y="4018"/>
                  </a:lnTo>
                  <a:cubicBezTo>
                    <a:pt x="67" y="4034"/>
                    <a:pt x="54" y="4048"/>
                    <a:pt x="37" y="4048"/>
                  </a:cubicBezTo>
                  <a:moveTo>
                    <a:pt x="63" y="1868"/>
                  </a:moveTo>
                  <a:cubicBezTo>
                    <a:pt x="65" y="1873"/>
                    <a:pt x="67" y="1878"/>
                    <a:pt x="67" y="1884"/>
                  </a:cubicBezTo>
                  <a:cubicBezTo>
                    <a:pt x="68" y="2134"/>
                    <a:pt x="264" y="2337"/>
                    <a:pt x="504" y="2337"/>
                  </a:cubicBezTo>
                  <a:lnTo>
                    <a:pt x="504" y="2337"/>
                  </a:lnTo>
                  <a:cubicBezTo>
                    <a:pt x="746" y="2337"/>
                    <a:pt x="942" y="2132"/>
                    <a:pt x="943" y="1881"/>
                  </a:cubicBezTo>
                  <a:lnTo>
                    <a:pt x="944" y="515"/>
                  </a:lnTo>
                  <a:cubicBezTo>
                    <a:pt x="944" y="390"/>
                    <a:pt x="896" y="274"/>
                    <a:pt x="809" y="188"/>
                  </a:cubicBezTo>
                  <a:cubicBezTo>
                    <a:pt x="725" y="105"/>
                    <a:pt x="614" y="61"/>
                    <a:pt x="498" y="61"/>
                  </a:cubicBezTo>
                  <a:cubicBezTo>
                    <a:pt x="255" y="63"/>
                    <a:pt x="59" y="269"/>
                    <a:pt x="60" y="519"/>
                  </a:cubicBezTo>
                  <a:lnTo>
                    <a:pt x="63" y="18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271800" y="4007880"/>
              <a:ext cx="235080" cy="383400"/>
            </a:xfrm>
            <a:custGeom>
              <a:rect b="b" l="l" r="r" t="t"/>
              <a:pathLst>
                <a:path extrusionOk="0" h="3554" w="2181">
                  <a:moveTo>
                    <a:pt x="883" y="125"/>
                  </a:moveTo>
                  <a:lnTo>
                    <a:pt x="2180" y="1205"/>
                  </a:lnTo>
                  <a:lnTo>
                    <a:pt x="2181" y="3554"/>
                  </a:lnTo>
                  <a:lnTo>
                    <a:pt x="1566" y="3523"/>
                  </a:lnTo>
                  <a:lnTo>
                    <a:pt x="68" y="799"/>
                  </a:lnTo>
                  <a:cubicBezTo>
                    <a:pt x="-41" y="602"/>
                    <a:pt x="-16" y="359"/>
                    <a:pt x="131" y="189"/>
                  </a:cubicBezTo>
                  <a:lnTo>
                    <a:pt x="131" y="189"/>
                  </a:lnTo>
                  <a:cubicBezTo>
                    <a:pt x="321" y="-35"/>
                    <a:pt x="657" y="-63"/>
                    <a:pt x="883" y="125"/>
                  </a:cubicBezTo>
                  <a:close/>
                </a:path>
              </a:pathLst>
            </a:custGeom>
            <a:solidFill>
              <a:srgbClr val="A74F3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268560" y="4004640"/>
              <a:ext cx="234000" cy="386280"/>
            </a:xfrm>
            <a:custGeom>
              <a:rect b="b" l="l" r="r" t="t"/>
              <a:pathLst>
                <a:path extrusionOk="0" h="3582" w="2169">
                  <a:moveTo>
                    <a:pt x="1595" y="3582"/>
                  </a:moveTo>
                  <a:cubicBezTo>
                    <a:pt x="1584" y="3582"/>
                    <a:pt x="1574" y="3576"/>
                    <a:pt x="1568" y="3566"/>
                  </a:cubicBezTo>
                  <a:lnTo>
                    <a:pt x="70" y="843"/>
                  </a:lnTo>
                  <a:cubicBezTo>
                    <a:pt x="-43" y="636"/>
                    <a:pt x="-17" y="377"/>
                    <a:pt x="137" y="198"/>
                  </a:cubicBezTo>
                  <a:cubicBezTo>
                    <a:pt x="337" y="-37"/>
                    <a:pt x="694" y="-67"/>
                    <a:pt x="931" y="131"/>
                  </a:cubicBezTo>
                  <a:lnTo>
                    <a:pt x="2158" y="1152"/>
                  </a:lnTo>
                  <a:cubicBezTo>
                    <a:pt x="2171" y="1163"/>
                    <a:pt x="2172" y="1182"/>
                    <a:pt x="2162" y="1195"/>
                  </a:cubicBezTo>
                  <a:cubicBezTo>
                    <a:pt x="2151" y="1207"/>
                    <a:pt x="2132" y="1209"/>
                    <a:pt x="2119" y="1198"/>
                  </a:cubicBezTo>
                  <a:lnTo>
                    <a:pt x="893" y="177"/>
                  </a:lnTo>
                  <a:cubicBezTo>
                    <a:pt x="680" y="1"/>
                    <a:pt x="361" y="27"/>
                    <a:pt x="182" y="237"/>
                  </a:cubicBezTo>
                  <a:cubicBezTo>
                    <a:pt x="45" y="397"/>
                    <a:pt x="21" y="629"/>
                    <a:pt x="123" y="813"/>
                  </a:cubicBezTo>
                  <a:lnTo>
                    <a:pt x="1621" y="3537"/>
                  </a:lnTo>
                  <a:cubicBezTo>
                    <a:pt x="1629" y="3552"/>
                    <a:pt x="1624" y="3570"/>
                    <a:pt x="1609" y="3578"/>
                  </a:cubicBezTo>
                  <a:cubicBezTo>
                    <a:pt x="1604" y="3581"/>
                    <a:pt x="1600" y="3582"/>
                    <a:pt x="1595" y="358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402120" y="3890160"/>
              <a:ext cx="108000" cy="497160"/>
            </a:xfrm>
            <a:custGeom>
              <a:rect b="b" l="l" r="r" t="t"/>
              <a:pathLst>
                <a:path extrusionOk="0" h="4609" w="1004">
                  <a:moveTo>
                    <a:pt x="972" y="4609"/>
                  </a:moveTo>
                  <a:lnTo>
                    <a:pt x="972" y="4609"/>
                  </a:lnTo>
                  <a:cubicBezTo>
                    <a:pt x="956" y="4609"/>
                    <a:pt x="942" y="4595"/>
                    <a:pt x="942" y="4579"/>
                  </a:cubicBezTo>
                  <a:lnTo>
                    <a:pt x="944" y="515"/>
                  </a:lnTo>
                  <a:cubicBezTo>
                    <a:pt x="944" y="390"/>
                    <a:pt x="896" y="274"/>
                    <a:pt x="809" y="187"/>
                  </a:cubicBezTo>
                  <a:cubicBezTo>
                    <a:pt x="726" y="105"/>
                    <a:pt x="618" y="60"/>
                    <a:pt x="503" y="60"/>
                  </a:cubicBezTo>
                  <a:cubicBezTo>
                    <a:pt x="502" y="60"/>
                    <a:pt x="500" y="60"/>
                    <a:pt x="499" y="60"/>
                  </a:cubicBezTo>
                  <a:cubicBezTo>
                    <a:pt x="256" y="63"/>
                    <a:pt x="59" y="268"/>
                    <a:pt x="60" y="518"/>
                  </a:cubicBezTo>
                  <a:lnTo>
                    <a:pt x="67" y="1479"/>
                  </a:lnTo>
                  <a:cubicBezTo>
                    <a:pt x="67" y="1496"/>
                    <a:pt x="53" y="1509"/>
                    <a:pt x="37" y="1509"/>
                  </a:cubicBezTo>
                  <a:lnTo>
                    <a:pt x="37" y="1509"/>
                  </a:lnTo>
                  <a:cubicBezTo>
                    <a:pt x="20" y="1509"/>
                    <a:pt x="7" y="1496"/>
                    <a:pt x="6" y="1479"/>
                  </a:cubicBezTo>
                  <a:lnTo>
                    <a:pt x="0" y="519"/>
                  </a:lnTo>
                  <a:cubicBezTo>
                    <a:pt x="-1" y="236"/>
                    <a:pt x="222" y="3"/>
                    <a:pt x="498" y="0"/>
                  </a:cubicBezTo>
                  <a:cubicBezTo>
                    <a:pt x="630" y="-3"/>
                    <a:pt x="756" y="50"/>
                    <a:pt x="851" y="144"/>
                  </a:cubicBezTo>
                  <a:cubicBezTo>
                    <a:pt x="950" y="242"/>
                    <a:pt x="1005" y="374"/>
                    <a:pt x="1004" y="515"/>
                  </a:cubicBezTo>
                  <a:lnTo>
                    <a:pt x="1002" y="4579"/>
                  </a:lnTo>
                  <a:cubicBezTo>
                    <a:pt x="1002" y="4595"/>
                    <a:pt x="989" y="4609"/>
                    <a:pt x="972" y="46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79560" y="4464000"/>
              <a:ext cx="451800" cy="752040"/>
            </a:xfrm>
            <a:custGeom>
              <a:rect b="b" l="l" r="r" t="t"/>
              <a:pathLst>
                <a:path extrusionOk="0" h="6968" w="4186">
                  <a:moveTo>
                    <a:pt x="0" y="0"/>
                  </a:moveTo>
                  <a:lnTo>
                    <a:pt x="4186" y="0"/>
                  </a:lnTo>
                  <a:lnTo>
                    <a:pt x="4186" y="6968"/>
                  </a:lnTo>
                  <a:lnTo>
                    <a:pt x="0" y="6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102600" y="4354200"/>
              <a:ext cx="404280" cy="109440"/>
            </a:xfrm>
            <a:custGeom>
              <a:rect b="b" l="l" r="r" t="t"/>
              <a:pathLst>
                <a:path extrusionOk="0" h="1016" w="3746">
                  <a:moveTo>
                    <a:pt x="0" y="0"/>
                  </a:moveTo>
                  <a:lnTo>
                    <a:pt x="3746" y="0"/>
                  </a:lnTo>
                  <a:lnTo>
                    <a:pt x="3746" y="1016"/>
                  </a:lnTo>
                  <a:lnTo>
                    <a:pt x="0" y="10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76320" y="4460760"/>
              <a:ext cx="458280" cy="758520"/>
            </a:xfrm>
            <a:custGeom>
              <a:rect b="b" l="l" r="r" t="t"/>
              <a:pathLst>
                <a:path extrusionOk="0" h="7028" w="4246">
                  <a:moveTo>
                    <a:pt x="4216" y="7028"/>
                  </a:moveTo>
                  <a:lnTo>
                    <a:pt x="30" y="7028"/>
                  </a:lnTo>
                  <a:cubicBezTo>
                    <a:pt x="13" y="7028"/>
                    <a:pt x="0" y="7014"/>
                    <a:pt x="0" y="6998"/>
                  </a:cubicBezTo>
                  <a:lnTo>
                    <a:pt x="0" y="30"/>
                  </a:lnTo>
                  <a:cubicBezTo>
                    <a:pt x="0" y="14"/>
                    <a:pt x="13" y="0"/>
                    <a:pt x="30" y="0"/>
                  </a:cubicBezTo>
                  <a:lnTo>
                    <a:pt x="4216" y="0"/>
                  </a:lnTo>
                  <a:cubicBezTo>
                    <a:pt x="4233" y="0"/>
                    <a:pt x="4246" y="14"/>
                    <a:pt x="4246" y="30"/>
                  </a:cubicBezTo>
                  <a:lnTo>
                    <a:pt x="4246" y="6998"/>
                  </a:lnTo>
                  <a:cubicBezTo>
                    <a:pt x="4246" y="7014"/>
                    <a:pt x="4233" y="7028"/>
                    <a:pt x="4216" y="7028"/>
                  </a:cubicBezTo>
                  <a:moveTo>
                    <a:pt x="60" y="6968"/>
                  </a:moveTo>
                  <a:lnTo>
                    <a:pt x="4186" y="6968"/>
                  </a:lnTo>
                  <a:lnTo>
                    <a:pt x="4186" y="60"/>
                  </a:lnTo>
                  <a:lnTo>
                    <a:pt x="60" y="60"/>
                  </a:lnTo>
                  <a:lnTo>
                    <a:pt x="60" y="69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102600" y="4354200"/>
              <a:ext cx="404280" cy="109440"/>
            </a:xfrm>
            <a:custGeom>
              <a:rect b="b" l="l" r="r" t="t"/>
              <a:pathLst>
                <a:path extrusionOk="0" h="1016" w="3746">
                  <a:moveTo>
                    <a:pt x="0" y="0"/>
                  </a:moveTo>
                  <a:lnTo>
                    <a:pt x="3746" y="0"/>
                  </a:lnTo>
                  <a:lnTo>
                    <a:pt x="3746" y="1016"/>
                  </a:lnTo>
                  <a:lnTo>
                    <a:pt x="0" y="10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99360" y="4350960"/>
              <a:ext cx="410760" cy="115920"/>
            </a:xfrm>
            <a:custGeom>
              <a:rect b="b" l="l" r="r" t="t"/>
              <a:pathLst>
                <a:path extrusionOk="0" h="1076" w="3806">
                  <a:moveTo>
                    <a:pt x="3776" y="1076"/>
                  </a:moveTo>
                  <a:lnTo>
                    <a:pt x="30" y="1076"/>
                  </a:lnTo>
                  <a:cubicBezTo>
                    <a:pt x="13" y="1076"/>
                    <a:pt x="0" y="1063"/>
                    <a:pt x="0" y="1046"/>
                  </a:cubicBezTo>
                  <a:lnTo>
                    <a:pt x="0" y="30"/>
                  </a:lnTo>
                  <a:cubicBezTo>
                    <a:pt x="0" y="13"/>
                    <a:pt x="13" y="0"/>
                    <a:pt x="30" y="0"/>
                  </a:cubicBezTo>
                  <a:lnTo>
                    <a:pt x="3776" y="0"/>
                  </a:lnTo>
                  <a:cubicBezTo>
                    <a:pt x="3793" y="0"/>
                    <a:pt x="3806" y="13"/>
                    <a:pt x="3806" y="30"/>
                  </a:cubicBezTo>
                  <a:lnTo>
                    <a:pt x="3806" y="1046"/>
                  </a:lnTo>
                  <a:cubicBezTo>
                    <a:pt x="3806" y="1063"/>
                    <a:pt x="3793" y="1076"/>
                    <a:pt x="3776" y="1076"/>
                  </a:cubicBezTo>
                  <a:moveTo>
                    <a:pt x="60" y="1016"/>
                  </a:moveTo>
                  <a:lnTo>
                    <a:pt x="3746" y="1016"/>
                  </a:lnTo>
                  <a:lnTo>
                    <a:pt x="3746" y="60"/>
                  </a:lnTo>
                  <a:lnTo>
                    <a:pt x="60" y="60"/>
                  </a:lnTo>
                  <a:lnTo>
                    <a:pt x="60" y="101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100080" y="4353480"/>
              <a:ext cx="6120" cy="110880"/>
            </a:xfrm>
            <a:custGeom>
              <a:rect b="b" l="l" r="r" t="t"/>
              <a:pathLst>
                <a:path extrusionOk="0" h="1030" w="60">
                  <a:moveTo>
                    <a:pt x="30" y="1030"/>
                  </a:moveTo>
                  <a:cubicBezTo>
                    <a:pt x="14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3" y="0"/>
                    <a:pt x="30" y="0"/>
                  </a:cubicBezTo>
                  <a:cubicBezTo>
                    <a:pt x="46" y="0"/>
                    <a:pt x="60" y="14"/>
                    <a:pt x="60" y="30"/>
                  </a:cubicBezTo>
                  <a:lnTo>
                    <a:pt x="60" y="1000"/>
                  </a:lnTo>
                  <a:cubicBezTo>
                    <a:pt x="60" y="1017"/>
                    <a:pt x="47" y="1030"/>
                    <a:pt x="30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144720" y="4353480"/>
              <a:ext cx="6120" cy="110880"/>
            </a:xfrm>
            <a:custGeom>
              <a:rect b="b" l="l" r="r" t="t"/>
              <a:pathLst>
                <a:path extrusionOk="0" h="1030" w="60">
                  <a:moveTo>
                    <a:pt x="30" y="1030"/>
                  </a:moveTo>
                  <a:cubicBezTo>
                    <a:pt x="13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3" y="0"/>
                    <a:pt x="30" y="0"/>
                  </a:cubicBezTo>
                  <a:cubicBezTo>
                    <a:pt x="47" y="0"/>
                    <a:pt x="60" y="14"/>
                    <a:pt x="60" y="30"/>
                  </a:cubicBezTo>
                  <a:lnTo>
                    <a:pt x="60" y="1000"/>
                  </a:lnTo>
                  <a:cubicBezTo>
                    <a:pt x="60" y="1017"/>
                    <a:pt x="47" y="1030"/>
                    <a:pt x="30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189720" y="4353480"/>
              <a:ext cx="6120" cy="110880"/>
            </a:xfrm>
            <a:custGeom>
              <a:rect b="b" l="l" r="r" t="t"/>
              <a:pathLst>
                <a:path extrusionOk="0" h="1030" w="60">
                  <a:moveTo>
                    <a:pt x="30" y="1030"/>
                  </a:moveTo>
                  <a:cubicBezTo>
                    <a:pt x="13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3" y="0"/>
                    <a:pt x="30" y="0"/>
                  </a:cubicBezTo>
                  <a:cubicBezTo>
                    <a:pt x="47" y="0"/>
                    <a:pt x="60" y="14"/>
                    <a:pt x="60" y="30"/>
                  </a:cubicBezTo>
                  <a:lnTo>
                    <a:pt x="60" y="1000"/>
                  </a:lnTo>
                  <a:cubicBezTo>
                    <a:pt x="60" y="1017"/>
                    <a:pt x="46" y="1030"/>
                    <a:pt x="30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279360" y="4353480"/>
              <a:ext cx="6120" cy="110880"/>
            </a:xfrm>
            <a:custGeom>
              <a:rect b="b" l="l" r="r" t="t"/>
              <a:pathLst>
                <a:path extrusionOk="0" h="1030" w="61">
                  <a:moveTo>
                    <a:pt x="30" y="1030"/>
                  </a:moveTo>
                  <a:cubicBezTo>
                    <a:pt x="14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3" y="0"/>
                    <a:pt x="30" y="0"/>
                  </a:cubicBezTo>
                  <a:cubicBezTo>
                    <a:pt x="46" y="0"/>
                    <a:pt x="61" y="14"/>
                    <a:pt x="61" y="30"/>
                  </a:cubicBezTo>
                  <a:lnTo>
                    <a:pt x="61" y="1000"/>
                  </a:lnTo>
                  <a:cubicBezTo>
                    <a:pt x="61" y="1017"/>
                    <a:pt x="47" y="1030"/>
                    <a:pt x="30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234720" y="4353480"/>
              <a:ext cx="6120" cy="110880"/>
            </a:xfrm>
            <a:custGeom>
              <a:rect b="b" l="l" r="r" t="t"/>
              <a:pathLst>
                <a:path extrusionOk="0" h="1030" w="61">
                  <a:moveTo>
                    <a:pt x="31" y="1030"/>
                  </a:moveTo>
                  <a:cubicBezTo>
                    <a:pt x="14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4" y="0"/>
                    <a:pt x="31" y="0"/>
                  </a:cubicBezTo>
                  <a:cubicBezTo>
                    <a:pt x="47" y="0"/>
                    <a:pt x="61" y="14"/>
                    <a:pt x="61" y="30"/>
                  </a:cubicBezTo>
                  <a:lnTo>
                    <a:pt x="61" y="1000"/>
                  </a:lnTo>
                  <a:cubicBezTo>
                    <a:pt x="61" y="1017"/>
                    <a:pt x="47" y="1030"/>
                    <a:pt x="31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324360" y="4353480"/>
              <a:ext cx="6120" cy="110880"/>
            </a:xfrm>
            <a:custGeom>
              <a:rect b="b" l="l" r="r" t="t"/>
              <a:pathLst>
                <a:path extrusionOk="0" h="1030" w="60">
                  <a:moveTo>
                    <a:pt x="30" y="1030"/>
                  </a:moveTo>
                  <a:cubicBezTo>
                    <a:pt x="14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4" y="0"/>
                    <a:pt x="30" y="0"/>
                  </a:cubicBezTo>
                  <a:cubicBezTo>
                    <a:pt x="47" y="0"/>
                    <a:pt x="60" y="14"/>
                    <a:pt x="60" y="30"/>
                  </a:cubicBezTo>
                  <a:lnTo>
                    <a:pt x="60" y="1000"/>
                  </a:lnTo>
                  <a:cubicBezTo>
                    <a:pt x="60" y="1017"/>
                    <a:pt x="47" y="1030"/>
                    <a:pt x="30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369360" y="4353480"/>
              <a:ext cx="6120" cy="110880"/>
            </a:xfrm>
            <a:custGeom>
              <a:rect b="b" l="l" r="r" t="t"/>
              <a:pathLst>
                <a:path extrusionOk="0" h="1030" w="60">
                  <a:moveTo>
                    <a:pt x="30" y="1030"/>
                  </a:moveTo>
                  <a:cubicBezTo>
                    <a:pt x="13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3" y="0"/>
                    <a:pt x="30" y="0"/>
                  </a:cubicBezTo>
                  <a:cubicBezTo>
                    <a:pt x="47" y="0"/>
                    <a:pt x="60" y="14"/>
                    <a:pt x="60" y="30"/>
                  </a:cubicBezTo>
                  <a:lnTo>
                    <a:pt x="60" y="1000"/>
                  </a:lnTo>
                  <a:cubicBezTo>
                    <a:pt x="60" y="1017"/>
                    <a:pt x="47" y="1030"/>
                    <a:pt x="30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414000" y="4353480"/>
              <a:ext cx="6120" cy="110880"/>
            </a:xfrm>
            <a:custGeom>
              <a:rect b="b" l="l" r="r" t="t"/>
              <a:pathLst>
                <a:path extrusionOk="0" h="1030" w="60">
                  <a:moveTo>
                    <a:pt x="30" y="1030"/>
                  </a:moveTo>
                  <a:cubicBezTo>
                    <a:pt x="13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4" y="0"/>
                    <a:pt x="30" y="0"/>
                  </a:cubicBezTo>
                  <a:cubicBezTo>
                    <a:pt x="47" y="0"/>
                    <a:pt x="60" y="14"/>
                    <a:pt x="60" y="30"/>
                  </a:cubicBezTo>
                  <a:lnTo>
                    <a:pt x="60" y="1000"/>
                  </a:lnTo>
                  <a:cubicBezTo>
                    <a:pt x="60" y="1017"/>
                    <a:pt x="46" y="1030"/>
                    <a:pt x="30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459000" y="4353480"/>
              <a:ext cx="6120" cy="110880"/>
            </a:xfrm>
            <a:custGeom>
              <a:rect b="b" l="l" r="r" t="t"/>
              <a:pathLst>
                <a:path extrusionOk="0" h="1030" w="61">
                  <a:moveTo>
                    <a:pt x="30" y="1030"/>
                  </a:moveTo>
                  <a:cubicBezTo>
                    <a:pt x="14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4" y="0"/>
                    <a:pt x="30" y="0"/>
                  </a:cubicBezTo>
                  <a:cubicBezTo>
                    <a:pt x="47" y="0"/>
                    <a:pt x="61" y="14"/>
                    <a:pt x="61" y="30"/>
                  </a:cubicBezTo>
                  <a:lnTo>
                    <a:pt x="61" y="1000"/>
                  </a:lnTo>
                  <a:cubicBezTo>
                    <a:pt x="61" y="1017"/>
                    <a:pt x="47" y="1030"/>
                    <a:pt x="30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504000" y="4353480"/>
              <a:ext cx="6120" cy="110880"/>
            </a:xfrm>
            <a:custGeom>
              <a:rect b="b" l="l" r="r" t="t"/>
              <a:pathLst>
                <a:path extrusionOk="0" h="1030" w="60">
                  <a:moveTo>
                    <a:pt x="30" y="1030"/>
                  </a:moveTo>
                  <a:cubicBezTo>
                    <a:pt x="14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4" y="0"/>
                    <a:pt x="30" y="0"/>
                  </a:cubicBezTo>
                  <a:cubicBezTo>
                    <a:pt x="47" y="0"/>
                    <a:pt x="60" y="14"/>
                    <a:pt x="60" y="30"/>
                  </a:cubicBezTo>
                  <a:lnTo>
                    <a:pt x="60" y="1000"/>
                  </a:lnTo>
                  <a:cubicBezTo>
                    <a:pt x="60" y="1017"/>
                    <a:pt x="47" y="1030"/>
                    <a:pt x="30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Google Shape;76;p7"/>
          <p:cNvCxnSpPr/>
          <p:nvPr/>
        </p:nvCxnSpPr>
        <p:spPr>
          <a:xfrm>
            <a:off x="491040" y="2710800"/>
            <a:ext cx="3096360" cy="36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7" name="Google Shape;77;p7"/>
          <p:cNvGrpSpPr/>
          <p:nvPr/>
        </p:nvGrpSpPr>
        <p:grpSpPr>
          <a:xfrm>
            <a:off x="7223280" y="3471445"/>
            <a:ext cx="1630800" cy="1359360"/>
            <a:chOff x="380880" y="3859920"/>
            <a:chExt cx="1630800" cy="1359360"/>
          </a:xfrm>
        </p:grpSpPr>
        <p:sp>
          <p:nvSpPr>
            <p:cNvPr id="78" name="Google Shape;78;p7"/>
            <p:cNvSpPr/>
            <p:nvPr/>
          </p:nvSpPr>
          <p:spPr>
            <a:xfrm>
              <a:off x="993600" y="4167000"/>
              <a:ext cx="404280" cy="217080"/>
            </a:xfrm>
            <a:custGeom>
              <a:rect b="b" l="l" r="r" t="t"/>
              <a:pathLst>
                <a:path extrusionOk="0" h="2015" w="3746">
                  <a:moveTo>
                    <a:pt x="0" y="0"/>
                  </a:moveTo>
                  <a:lnTo>
                    <a:pt x="3746" y="0"/>
                  </a:lnTo>
                  <a:lnTo>
                    <a:pt x="3746" y="2015"/>
                  </a:lnTo>
                  <a:lnTo>
                    <a:pt x="0" y="20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3426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" name="Google Shape;79;p7"/>
            <p:cNvSpPr/>
            <p:nvPr/>
          </p:nvSpPr>
          <p:spPr>
            <a:xfrm>
              <a:off x="1094760" y="3893400"/>
              <a:ext cx="101520" cy="312480"/>
            </a:xfrm>
            <a:custGeom>
              <a:rect b="b" l="l" r="r" t="t"/>
              <a:pathLst>
                <a:path extrusionOk="0" h="2898" w="944">
                  <a:moveTo>
                    <a:pt x="474" y="2898"/>
                  </a:moveTo>
                  <a:lnTo>
                    <a:pt x="474" y="2898"/>
                  </a:lnTo>
                  <a:cubicBezTo>
                    <a:pt x="217" y="2898"/>
                    <a:pt x="8" y="2682"/>
                    <a:pt x="7" y="2415"/>
                  </a:cubicBezTo>
                  <a:lnTo>
                    <a:pt x="0" y="488"/>
                  </a:lnTo>
                  <a:cubicBezTo>
                    <a:pt x="-1" y="221"/>
                    <a:pt x="208" y="3"/>
                    <a:pt x="468" y="0"/>
                  </a:cubicBezTo>
                  <a:lnTo>
                    <a:pt x="468" y="0"/>
                  </a:lnTo>
                  <a:cubicBezTo>
                    <a:pt x="731" y="-2"/>
                    <a:pt x="944" y="215"/>
                    <a:pt x="943" y="485"/>
                  </a:cubicBezTo>
                  <a:lnTo>
                    <a:pt x="942" y="2412"/>
                  </a:lnTo>
                  <a:cubicBezTo>
                    <a:pt x="941" y="2680"/>
                    <a:pt x="733" y="2898"/>
                    <a:pt x="474" y="2898"/>
                  </a:cubicBezTo>
                  <a:close/>
                </a:path>
              </a:pathLst>
            </a:custGeom>
            <a:solidFill>
              <a:srgbClr val="753426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" name="Google Shape;80;p7"/>
            <p:cNvSpPr/>
            <p:nvPr/>
          </p:nvSpPr>
          <p:spPr>
            <a:xfrm>
              <a:off x="1195560" y="3863160"/>
              <a:ext cx="101520" cy="342720"/>
            </a:xfrm>
            <a:custGeom>
              <a:rect b="b" l="l" r="r" t="t"/>
              <a:pathLst>
                <a:path extrusionOk="0" h="3178" w="944">
                  <a:moveTo>
                    <a:pt x="473" y="3178"/>
                  </a:moveTo>
                  <a:lnTo>
                    <a:pt x="473" y="3178"/>
                  </a:lnTo>
                  <a:cubicBezTo>
                    <a:pt x="216" y="3178"/>
                    <a:pt x="7" y="2962"/>
                    <a:pt x="6" y="2695"/>
                  </a:cubicBezTo>
                  <a:lnTo>
                    <a:pt x="0" y="488"/>
                  </a:lnTo>
                  <a:cubicBezTo>
                    <a:pt x="-1" y="221"/>
                    <a:pt x="208" y="2"/>
                    <a:pt x="468" y="0"/>
                  </a:cubicBezTo>
                  <a:lnTo>
                    <a:pt x="468" y="0"/>
                  </a:lnTo>
                  <a:cubicBezTo>
                    <a:pt x="730" y="-3"/>
                    <a:pt x="944" y="214"/>
                    <a:pt x="944" y="484"/>
                  </a:cubicBezTo>
                  <a:lnTo>
                    <a:pt x="942" y="2692"/>
                  </a:lnTo>
                  <a:cubicBezTo>
                    <a:pt x="941" y="2960"/>
                    <a:pt x="732" y="3178"/>
                    <a:pt x="473" y="3178"/>
                  </a:cubicBezTo>
                  <a:close/>
                </a:path>
              </a:pathLst>
            </a:custGeom>
            <a:solidFill>
              <a:srgbClr val="753426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993600" y="3954240"/>
              <a:ext cx="101520" cy="252000"/>
            </a:xfrm>
            <a:custGeom>
              <a:rect b="b" l="l" r="r" t="t"/>
              <a:pathLst>
                <a:path extrusionOk="0" h="2336" w="944">
                  <a:moveTo>
                    <a:pt x="474" y="2336"/>
                  </a:moveTo>
                  <a:lnTo>
                    <a:pt x="474" y="2336"/>
                  </a:lnTo>
                  <a:cubicBezTo>
                    <a:pt x="217" y="2336"/>
                    <a:pt x="8" y="2120"/>
                    <a:pt x="7" y="1853"/>
                  </a:cubicBezTo>
                  <a:lnTo>
                    <a:pt x="0" y="488"/>
                  </a:lnTo>
                  <a:cubicBezTo>
                    <a:pt x="-1" y="221"/>
                    <a:pt x="208" y="2"/>
                    <a:pt x="468" y="0"/>
                  </a:cubicBezTo>
                  <a:lnTo>
                    <a:pt x="468" y="0"/>
                  </a:lnTo>
                  <a:cubicBezTo>
                    <a:pt x="730" y="-3"/>
                    <a:pt x="944" y="214"/>
                    <a:pt x="944" y="484"/>
                  </a:cubicBezTo>
                  <a:lnTo>
                    <a:pt x="943" y="1850"/>
                  </a:lnTo>
                  <a:cubicBezTo>
                    <a:pt x="942" y="2118"/>
                    <a:pt x="733" y="2336"/>
                    <a:pt x="474" y="2336"/>
                  </a:cubicBezTo>
                  <a:close/>
                </a:path>
              </a:pathLst>
            </a:custGeom>
            <a:solidFill>
              <a:srgbClr val="753426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1296360" y="3893400"/>
              <a:ext cx="101520" cy="386640"/>
            </a:xfrm>
            <a:custGeom>
              <a:rect b="b" l="l" r="r" t="t"/>
              <a:pathLst>
                <a:path extrusionOk="0" h="3585" w="944">
                  <a:moveTo>
                    <a:pt x="942" y="3521"/>
                  </a:moveTo>
                  <a:lnTo>
                    <a:pt x="944" y="485"/>
                  </a:lnTo>
                  <a:cubicBezTo>
                    <a:pt x="945" y="215"/>
                    <a:pt x="731" y="-2"/>
                    <a:pt x="468" y="0"/>
                  </a:cubicBezTo>
                  <a:cubicBezTo>
                    <a:pt x="208" y="3"/>
                    <a:pt x="-1" y="221"/>
                    <a:pt x="0" y="488"/>
                  </a:cubicBezTo>
                  <a:lnTo>
                    <a:pt x="7" y="3585"/>
                  </a:lnTo>
                  <a:lnTo>
                    <a:pt x="942" y="3521"/>
                  </a:lnTo>
                  <a:close/>
                </a:path>
              </a:pathLst>
            </a:custGeom>
            <a:solidFill>
              <a:srgbClr val="753426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1091520" y="3890160"/>
              <a:ext cx="108000" cy="318960"/>
            </a:xfrm>
            <a:custGeom>
              <a:rect b="b" l="l" r="r" t="t"/>
              <a:pathLst>
                <a:path extrusionOk="0" h="2958" w="1004">
                  <a:moveTo>
                    <a:pt x="504" y="2958"/>
                  </a:moveTo>
                  <a:cubicBezTo>
                    <a:pt x="231" y="2958"/>
                    <a:pt x="8" y="2728"/>
                    <a:pt x="7" y="2445"/>
                  </a:cubicBezTo>
                  <a:lnTo>
                    <a:pt x="0" y="519"/>
                  </a:lnTo>
                  <a:cubicBezTo>
                    <a:pt x="-1" y="236"/>
                    <a:pt x="222" y="3"/>
                    <a:pt x="498" y="0"/>
                  </a:cubicBezTo>
                  <a:cubicBezTo>
                    <a:pt x="631" y="-3"/>
                    <a:pt x="756" y="50"/>
                    <a:pt x="852" y="144"/>
                  </a:cubicBezTo>
                  <a:cubicBezTo>
                    <a:pt x="950" y="242"/>
                    <a:pt x="1004" y="374"/>
                    <a:pt x="1004" y="515"/>
                  </a:cubicBezTo>
                  <a:lnTo>
                    <a:pt x="1002" y="2442"/>
                  </a:lnTo>
                  <a:cubicBezTo>
                    <a:pt x="1001" y="2727"/>
                    <a:pt x="779" y="2958"/>
                    <a:pt x="504" y="2958"/>
                  </a:cubicBezTo>
                  <a:moveTo>
                    <a:pt x="503" y="60"/>
                  </a:moveTo>
                  <a:cubicBezTo>
                    <a:pt x="502" y="60"/>
                    <a:pt x="500" y="60"/>
                    <a:pt x="499" y="60"/>
                  </a:cubicBezTo>
                  <a:cubicBezTo>
                    <a:pt x="256" y="63"/>
                    <a:pt x="59" y="268"/>
                    <a:pt x="60" y="518"/>
                  </a:cubicBezTo>
                  <a:lnTo>
                    <a:pt x="67" y="2445"/>
                  </a:lnTo>
                  <a:cubicBezTo>
                    <a:pt x="68" y="2695"/>
                    <a:pt x="264" y="2898"/>
                    <a:pt x="504" y="2898"/>
                  </a:cubicBezTo>
                  <a:lnTo>
                    <a:pt x="504" y="2898"/>
                  </a:lnTo>
                  <a:cubicBezTo>
                    <a:pt x="746" y="2898"/>
                    <a:pt x="942" y="2693"/>
                    <a:pt x="942" y="2442"/>
                  </a:cubicBezTo>
                  <a:lnTo>
                    <a:pt x="944" y="514"/>
                  </a:lnTo>
                  <a:cubicBezTo>
                    <a:pt x="944" y="390"/>
                    <a:pt x="896" y="274"/>
                    <a:pt x="809" y="187"/>
                  </a:cubicBezTo>
                  <a:cubicBezTo>
                    <a:pt x="727" y="105"/>
                    <a:pt x="618" y="60"/>
                    <a:pt x="503" y="6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1192320" y="3859920"/>
              <a:ext cx="108000" cy="349200"/>
            </a:xfrm>
            <a:custGeom>
              <a:rect b="b" l="l" r="r" t="t"/>
              <a:pathLst>
                <a:path extrusionOk="0" h="3239" w="1004">
                  <a:moveTo>
                    <a:pt x="503" y="3239"/>
                  </a:moveTo>
                  <a:cubicBezTo>
                    <a:pt x="230" y="3239"/>
                    <a:pt x="8" y="3009"/>
                    <a:pt x="7" y="2726"/>
                  </a:cubicBezTo>
                  <a:lnTo>
                    <a:pt x="1" y="519"/>
                  </a:lnTo>
                  <a:cubicBezTo>
                    <a:pt x="-1" y="236"/>
                    <a:pt x="222" y="3"/>
                    <a:pt x="497" y="0"/>
                  </a:cubicBezTo>
                  <a:cubicBezTo>
                    <a:pt x="630" y="-1"/>
                    <a:pt x="756" y="50"/>
                    <a:pt x="851" y="145"/>
                  </a:cubicBezTo>
                  <a:cubicBezTo>
                    <a:pt x="950" y="243"/>
                    <a:pt x="1004" y="374"/>
                    <a:pt x="1004" y="515"/>
                  </a:cubicBezTo>
                  <a:lnTo>
                    <a:pt x="1002" y="2723"/>
                  </a:lnTo>
                  <a:cubicBezTo>
                    <a:pt x="1002" y="3008"/>
                    <a:pt x="778" y="3239"/>
                    <a:pt x="503" y="3239"/>
                  </a:cubicBezTo>
                  <a:moveTo>
                    <a:pt x="503" y="61"/>
                  </a:moveTo>
                  <a:lnTo>
                    <a:pt x="498" y="61"/>
                  </a:lnTo>
                  <a:cubicBezTo>
                    <a:pt x="255" y="63"/>
                    <a:pt x="59" y="269"/>
                    <a:pt x="60" y="519"/>
                  </a:cubicBezTo>
                  <a:lnTo>
                    <a:pt x="66" y="2726"/>
                  </a:lnTo>
                  <a:cubicBezTo>
                    <a:pt x="67" y="2976"/>
                    <a:pt x="263" y="3179"/>
                    <a:pt x="503" y="3179"/>
                  </a:cubicBezTo>
                  <a:lnTo>
                    <a:pt x="503" y="3179"/>
                  </a:lnTo>
                  <a:cubicBezTo>
                    <a:pt x="745" y="3179"/>
                    <a:pt x="941" y="2974"/>
                    <a:pt x="942" y="2723"/>
                  </a:cubicBezTo>
                  <a:lnTo>
                    <a:pt x="944" y="515"/>
                  </a:lnTo>
                  <a:cubicBezTo>
                    <a:pt x="944" y="390"/>
                    <a:pt x="896" y="274"/>
                    <a:pt x="809" y="188"/>
                  </a:cubicBezTo>
                  <a:cubicBezTo>
                    <a:pt x="726" y="106"/>
                    <a:pt x="618" y="61"/>
                    <a:pt x="503" y="6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990360" y="3951000"/>
              <a:ext cx="108000" cy="436680"/>
            </a:xfrm>
            <a:custGeom>
              <a:rect b="b" l="l" r="r" t="t"/>
              <a:pathLst>
                <a:path extrusionOk="0" h="4048" w="1004">
                  <a:moveTo>
                    <a:pt x="37" y="4048"/>
                  </a:moveTo>
                  <a:cubicBezTo>
                    <a:pt x="20" y="4048"/>
                    <a:pt x="7" y="4035"/>
                    <a:pt x="7" y="4018"/>
                  </a:cubicBezTo>
                  <a:lnTo>
                    <a:pt x="0" y="519"/>
                  </a:lnTo>
                  <a:cubicBezTo>
                    <a:pt x="-2" y="236"/>
                    <a:pt x="222" y="3"/>
                    <a:pt x="498" y="0"/>
                  </a:cubicBezTo>
                  <a:cubicBezTo>
                    <a:pt x="631" y="-2"/>
                    <a:pt x="756" y="50"/>
                    <a:pt x="851" y="145"/>
                  </a:cubicBezTo>
                  <a:cubicBezTo>
                    <a:pt x="950" y="243"/>
                    <a:pt x="1004" y="374"/>
                    <a:pt x="1004" y="515"/>
                  </a:cubicBezTo>
                  <a:lnTo>
                    <a:pt x="1003" y="1881"/>
                  </a:lnTo>
                  <a:cubicBezTo>
                    <a:pt x="1002" y="2166"/>
                    <a:pt x="779" y="2397"/>
                    <a:pt x="504" y="2397"/>
                  </a:cubicBezTo>
                  <a:lnTo>
                    <a:pt x="504" y="2397"/>
                  </a:lnTo>
                  <a:cubicBezTo>
                    <a:pt x="313" y="2397"/>
                    <a:pt x="147" y="2285"/>
                    <a:pt x="63" y="2120"/>
                  </a:cubicBezTo>
                  <a:lnTo>
                    <a:pt x="67" y="4018"/>
                  </a:lnTo>
                  <a:cubicBezTo>
                    <a:pt x="67" y="4034"/>
                    <a:pt x="54" y="4048"/>
                    <a:pt x="37" y="4048"/>
                  </a:cubicBezTo>
                  <a:moveTo>
                    <a:pt x="63" y="1868"/>
                  </a:moveTo>
                  <a:cubicBezTo>
                    <a:pt x="65" y="1873"/>
                    <a:pt x="67" y="1878"/>
                    <a:pt x="67" y="1884"/>
                  </a:cubicBezTo>
                  <a:cubicBezTo>
                    <a:pt x="68" y="2134"/>
                    <a:pt x="264" y="2337"/>
                    <a:pt x="504" y="2337"/>
                  </a:cubicBezTo>
                  <a:lnTo>
                    <a:pt x="504" y="2337"/>
                  </a:lnTo>
                  <a:cubicBezTo>
                    <a:pt x="746" y="2337"/>
                    <a:pt x="942" y="2132"/>
                    <a:pt x="943" y="1881"/>
                  </a:cubicBezTo>
                  <a:lnTo>
                    <a:pt x="944" y="515"/>
                  </a:lnTo>
                  <a:cubicBezTo>
                    <a:pt x="944" y="390"/>
                    <a:pt x="896" y="274"/>
                    <a:pt x="809" y="188"/>
                  </a:cubicBezTo>
                  <a:cubicBezTo>
                    <a:pt x="725" y="105"/>
                    <a:pt x="614" y="61"/>
                    <a:pt x="498" y="61"/>
                  </a:cubicBezTo>
                  <a:cubicBezTo>
                    <a:pt x="255" y="63"/>
                    <a:pt x="59" y="269"/>
                    <a:pt x="60" y="519"/>
                  </a:cubicBezTo>
                  <a:lnTo>
                    <a:pt x="63" y="18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1162800" y="4007880"/>
              <a:ext cx="235080" cy="383400"/>
            </a:xfrm>
            <a:custGeom>
              <a:rect b="b" l="l" r="r" t="t"/>
              <a:pathLst>
                <a:path extrusionOk="0" h="3554" w="2181">
                  <a:moveTo>
                    <a:pt x="883" y="125"/>
                  </a:moveTo>
                  <a:lnTo>
                    <a:pt x="2180" y="1205"/>
                  </a:lnTo>
                  <a:lnTo>
                    <a:pt x="2181" y="3554"/>
                  </a:lnTo>
                  <a:lnTo>
                    <a:pt x="1566" y="3523"/>
                  </a:lnTo>
                  <a:lnTo>
                    <a:pt x="68" y="799"/>
                  </a:lnTo>
                  <a:cubicBezTo>
                    <a:pt x="-41" y="602"/>
                    <a:pt x="-16" y="359"/>
                    <a:pt x="131" y="189"/>
                  </a:cubicBezTo>
                  <a:lnTo>
                    <a:pt x="131" y="189"/>
                  </a:lnTo>
                  <a:cubicBezTo>
                    <a:pt x="321" y="-35"/>
                    <a:pt x="657" y="-63"/>
                    <a:pt x="883" y="125"/>
                  </a:cubicBezTo>
                  <a:close/>
                </a:path>
              </a:pathLst>
            </a:custGeom>
            <a:solidFill>
              <a:srgbClr val="753426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1159560" y="4004640"/>
              <a:ext cx="234000" cy="386280"/>
            </a:xfrm>
            <a:custGeom>
              <a:rect b="b" l="l" r="r" t="t"/>
              <a:pathLst>
                <a:path extrusionOk="0" h="3582" w="2169">
                  <a:moveTo>
                    <a:pt x="1595" y="3582"/>
                  </a:moveTo>
                  <a:cubicBezTo>
                    <a:pt x="1584" y="3582"/>
                    <a:pt x="1574" y="3576"/>
                    <a:pt x="1568" y="3566"/>
                  </a:cubicBezTo>
                  <a:lnTo>
                    <a:pt x="70" y="843"/>
                  </a:lnTo>
                  <a:cubicBezTo>
                    <a:pt x="-43" y="636"/>
                    <a:pt x="-17" y="377"/>
                    <a:pt x="137" y="198"/>
                  </a:cubicBezTo>
                  <a:cubicBezTo>
                    <a:pt x="337" y="-37"/>
                    <a:pt x="694" y="-67"/>
                    <a:pt x="931" y="131"/>
                  </a:cubicBezTo>
                  <a:lnTo>
                    <a:pt x="2158" y="1152"/>
                  </a:lnTo>
                  <a:cubicBezTo>
                    <a:pt x="2171" y="1163"/>
                    <a:pt x="2172" y="1182"/>
                    <a:pt x="2162" y="1195"/>
                  </a:cubicBezTo>
                  <a:cubicBezTo>
                    <a:pt x="2151" y="1207"/>
                    <a:pt x="2132" y="1209"/>
                    <a:pt x="2119" y="1198"/>
                  </a:cubicBezTo>
                  <a:lnTo>
                    <a:pt x="893" y="177"/>
                  </a:lnTo>
                  <a:cubicBezTo>
                    <a:pt x="680" y="1"/>
                    <a:pt x="361" y="27"/>
                    <a:pt x="182" y="237"/>
                  </a:cubicBezTo>
                  <a:cubicBezTo>
                    <a:pt x="45" y="397"/>
                    <a:pt x="21" y="629"/>
                    <a:pt x="123" y="813"/>
                  </a:cubicBezTo>
                  <a:lnTo>
                    <a:pt x="1621" y="3537"/>
                  </a:lnTo>
                  <a:cubicBezTo>
                    <a:pt x="1629" y="3552"/>
                    <a:pt x="1624" y="3570"/>
                    <a:pt x="1609" y="3578"/>
                  </a:cubicBezTo>
                  <a:cubicBezTo>
                    <a:pt x="1604" y="3581"/>
                    <a:pt x="1600" y="3582"/>
                    <a:pt x="1595" y="358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1293120" y="3890160"/>
              <a:ext cx="108000" cy="497160"/>
            </a:xfrm>
            <a:custGeom>
              <a:rect b="b" l="l" r="r" t="t"/>
              <a:pathLst>
                <a:path extrusionOk="0" h="4609" w="1004">
                  <a:moveTo>
                    <a:pt x="972" y="4609"/>
                  </a:moveTo>
                  <a:lnTo>
                    <a:pt x="972" y="4609"/>
                  </a:lnTo>
                  <a:cubicBezTo>
                    <a:pt x="956" y="4609"/>
                    <a:pt x="942" y="4595"/>
                    <a:pt x="942" y="4579"/>
                  </a:cubicBezTo>
                  <a:lnTo>
                    <a:pt x="944" y="515"/>
                  </a:lnTo>
                  <a:cubicBezTo>
                    <a:pt x="944" y="390"/>
                    <a:pt x="896" y="274"/>
                    <a:pt x="809" y="187"/>
                  </a:cubicBezTo>
                  <a:cubicBezTo>
                    <a:pt x="726" y="105"/>
                    <a:pt x="618" y="60"/>
                    <a:pt x="503" y="60"/>
                  </a:cubicBezTo>
                  <a:cubicBezTo>
                    <a:pt x="502" y="60"/>
                    <a:pt x="500" y="60"/>
                    <a:pt x="499" y="60"/>
                  </a:cubicBezTo>
                  <a:cubicBezTo>
                    <a:pt x="256" y="63"/>
                    <a:pt x="59" y="268"/>
                    <a:pt x="60" y="518"/>
                  </a:cubicBezTo>
                  <a:lnTo>
                    <a:pt x="67" y="1479"/>
                  </a:lnTo>
                  <a:cubicBezTo>
                    <a:pt x="67" y="1496"/>
                    <a:pt x="53" y="1509"/>
                    <a:pt x="37" y="1509"/>
                  </a:cubicBezTo>
                  <a:lnTo>
                    <a:pt x="37" y="1509"/>
                  </a:lnTo>
                  <a:cubicBezTo>
                    <a:pt x="20" y="1509"/>
                    <a:pt x="7" y="1496"/>
                    <a:pt x="6" y="1479"/>
                  </a:cubicBezTo>
                  <a:lnTo>
                    <a:pt x="0" y="519"/>
                  </a:lnTo>
                  <a:cubicBezTo>
                    <a:pt x="-1" y="236"/>
                    <a:pt x="222" y="3"/>
                    <a:pt x="498" y="0"/>
                  </a:cubicBezTo>
                  <a:cubicBezTo>
                    <a:pt x="630" y="-3"/>
                    <a:pt x="756" y="50"/>
                    <a:pt x="851" y="144"/>
                  </a:cubicBezTo>
                  <a:cubicBezTo>
                    <a:pt x="950" y="242"/>
                    <a:pt x="1005" y="374"/>
                    <a:pt x="1004" y="515"/>
                  </a:cubicBezTo>
                  <a:lnTo>
                    <a:pt x="1002" y="4579"/>
                  </a:lnTo>
                  <a:cubicBezTo>
                    <a:pt x="1002" y="4595"/>
                    <a:pt x="989" y="4609"/>
                    <a:pt x="972" y="46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970560" y="4464000"/>
              <a:ext cx="451800" cy="752040"/>
            </a:xfrm>
            <a:custGeom>
              <a:rect b="b" l="l" r="r" t="t"/>
              <a:pathLst>
                <a:path extrusionOk="0" h="6968" w="4186">
                  <a:moveTo>
                    <a:pt x="0" y="0"/>
                  </a:moveTo>
                  <a:lnTo>
                    <a:pt x="4186" y="0"/>
                  </a:lnTo>
                  <a:lnTo>
                    <a:pt x="4186" y="6968"/>
                  </a:lnTo>
                  <a:lnTo>
                    <a:pt x="0" y="6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993600" y="4354200"/>
              <a:ext cx="404280" cy="109440"/>
            </a:xfrm>
            <a:custGeom>
              <a:rect b="b" l="l" r="r" t="t"/>
              <a:pathLst>
                <a:path extrusionOk="0" h="1016" w="3746">
                  <a:moveTo>
                    <a:pt x="0" y="0"/>
                  </a:moveTo>
                  <a:lnTo>
                    <a:pt x="3746" y="0"/>
                  </a:lnTo>
                  <a:lnTo>
                    <a:pt x="3746" y="1016"/>
                  </a:lnTo>
                  <a:lnTo>
                    <a:pt x="0" y="10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967320" y="4460760"/>
              <a:ext cx="457920" cy="758520"/>
            </a:xfrm>
            <a:custGeom>
              <a:rect b="b" l="l" r="r" t="t"/>
              <a:pathLst>
                <a:path extrusionOk="0" h="7028" w="4246">
                  <a:moveTo>
                    <a:pt x="4216" y="7028"/>
                  </a:moveTo>
                  <a:lnTo>
                    <a:pt x="30" y="7028"/>
                  </a:lnTo>
                  <a:cubicBezTo>
                    <a:pt x="13" y="7028"/>
                    <a:pt x="0" y="7014"/>
                    <a:pt x="0" y="6998"/>
                  </a:cubicBezTo>
                  <a:lnTo>
                    <a:pt x="0" y="30"/>
                  </a:lnTo>
                  <a:cubicBezTo>
                    <a:pt x="0" y="14"/>
                    <a:pt x="13" y="0"/>
                    <a:pt x="30" y="0"/>
                  </a:cubicBezTo>
                  <a:lnTo>
                    <a:pt x="4216" y="0"/>
                  </a:lnTo>
                  <a:cubicBezTo>
                    <a:pt x="4233" y="0"/>
                    <a:pt x="4246" y="14"/>
                    <a:pt x="4246" y="30"/>
                  </a:cubicBezTo>
                  <a:lnTo>
                    <a:pt x="4246" y="6998"/>
                  </a:lnTo>
                  <a:cubicBezTo>
                    <a:pt x="4246" y="7014"/>
                    <a:pt x="4233" y="7028"/>
                    <a:pt x="4216" y="7028"/>
                  </a:cubicBezTo>
                  <a:moveTo>
                    <a:pt x="60" y="6968"/>
                  </a:moveTo>
                  <a:lnTo>
                    <a:pt x="4186" y="6968"/>
                  </a:lnTo>
                  <a:lnTo>
                    <a:pt x="4186" y="60"/>
                  </a:lnTo>
                  <a:lnTo>
                    <a:pt x="60" y="60"/>
                  </a:lnTo>
                  <a:lnTo>
                    <a:pt x="60" y="69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993600" y="4354200"/>
              <a:ext cx="404280" cy="109440"/>
            </a:xfrm>
            <a:custGeom>
              <a:rect b="b" l="l" r="r" t="t"/>
              <a:pathLst>
                <a:path extrusionOk="0" h="1016" w="3746">
                  <a:moveTo>
                    <a:pt x="0" y="0"/>
                  </a:moveTo>
                  <a:lnTo>
                    <a:pt x="3746" y="0"/>
                  </a:lnTo>
                  <a:lnTo>
                    <a:pt x="3746" y="1016"/>
                  </a:lnTo>
                  <a:lnTo>
                    <a:pt x="0" y="10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990360" y="4350960"/>
              <a:ext cx="410760" cy="115920"/>
            </a:xfrm>
            <a:custGeom>
              <a:rect b="b" l="l" r="r" t="t"/>
              <a:pathLst>
                <a:path extrusionOk="0" h="1076" w="3806">
                  <a:moveTo>
                    <a:pt x="3776" y="1076"/>
                  </a:moveTo>
                  <a:lnTo>
                    <a:pt x="30" y="1076"/>
                  </a:lnTo>
                  <a:cubicBezTo>
                    <a:pt x="13" y="1076"/>
                    <a:pt x="0" y="1063"/>
                    <a:pt x="0" y="1046"/>
                  </a:cubicBezTo>
                  <a:lnTo>
                    <a:pt x="0" y="30"/>
                  </a:lnTo>
                  <a:cubicBezTo>
                    <a:pt x="0" y="13"/>
                    <a:pt x="13" y="0"/>
                    <a:pt x="30" y="0"/>
                  </a:cubicBezTo>
                  <a:lnTo>
                    <a:pt x="3776" y="0"/>
                  </a:lnTo>
                  <a:cubicBezTo>
                    <a:pt x="3793" y="0"/>
                    <a:pt x="3806" y="13"/>
                    <a:pt x="3806" y="30"/>
                  </a:cubicBezTo>
                  <a:lnTo>
                    <a:pt x="3806" y="1046"/>
                  </a:lnTo>
                  <a:cubicBezTo>
                    <a:pt x="3806" y="1063"/>
                    <a:pt x="3793" y="1076"/>
                    <a:pt x="3776" y="1076"/>
                  </a:cubicBezTo>
                  <a:moveTo>
                    <a:pt x="60" y="1016"/>
                  </a:moveTo>
                  <a:lnTo>
                    <a:pt x="3746" y="1016"/>
                  </a:lnTo>
                  <a:lnTo>
                    <a:pt x="3746" y="60"/>
                  </a:lnTo>
                  <a:lnTo>
                    <a:pt x="60" y="60"/>
                  </a:lnTo>
                  <a:lnTo>
                    <a:pt x="60" y="101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991080" y="4353480"/>
              <a:ext cx="6120" cy="110880"/>
            </a:xfrm>
            <a:custGeom>
              <a:rect b="b" l="l" r="r" t="t"/>
              <a:pathLst>
                <a:path extrusionOk="0" h="1030" w="60">
                  <a:moveTo>
                    <a:pt x="30" y="1030"/>
                  </a:moveTo>
                  <a:cubicBezTo>
                    <a:pt x="14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3" y="0"/>
                    <a:pt x="30" y="0"/>
                  </a:cubicBezTo>
                  <a:cubicBezTo>
                    <a:pt x="46" y="0"/>
                    <a:pt x="60" y="14"/>
                    <a:pt x="60" y="30"/>
                  </a:cubicBezTo>
                  <a:lnTo>
                    <a:pt x="60" y="1000"/>
                  </a:lnTo>
                  <a:cubicBezTo>
                    <a:pt x="60" y="1017"/>
                    <a:pt x="47" y="1030"/>
                    <a:pt x="30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1036080" y="4353480"/>
              <a:ext cx="6120" cy="110880"/>
            </a:xfrm>
            <a:custGeom>
              <a:rect b="b" l="l" r="r" t="t"/>
              <a:pathLst>
                <a:path extrusionOk="0" h="1030" w="60">
                  <a:moveTo>
                    <a:pt x="30" y="1030"/>
                  </a:moveTo>
                  <a:cubicBezTo>
                    <a:pt x="13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3" y="0"/>
                    <a:pt x="30" y="0"/>
                  </a:cubicBezTo>
                  <a:cubicBezTo>
                    <a:pt x="47" y="0"/>
                    <a:pt x="60" y="14"/>
                    <a:pt x="60" y="30"/>
                  </a:cubicBezTo>
                  <a:lnTo>
                    <a:pt x="60" y="1000"/>
                  </a:lnTo>
                  <a:cubicBezTo>
                    <a:pt x="60" y="1017"/>
                    <a:pt x="47" y="1030"/>
                    <a:pt x="30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1081080" y="4353480"/>
              <a:ext cx="6120" cy="110880"/>
            </a:xfrm>
            <a:custGeom>
              <a:rect b="b" l="l" r="r" t="t"/>
              <a:pathLst>
                <a:path extrusionOk="0" h="1030" w="60">
                  <a:moveTo>
                    <a:pt x="30" y="1030"/>
                  </a:moveTo>
                  <a:cubicBezTo>
                    <a:pt x="13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3" y="0"/>
                    <a:pt x="30" y="0"/>
                  </a:cubicBezTo>
                  <a:cubicBezTo>
                    <a:pt x="47" y="0"/>
                    <a:pt x="60" y="14"/>
                    <a:pt x="60" y="30"/>
                  </a:cubicBezTo>
                  <a:lnTo>
                    <a:pt x="60" y="1000"/>
                  </a:lnTo>
                  <a:cubicBezTo>
                    <a:pt x="60" y="1017"/>
                    <a:pt x="46" y="1030"/>
                    <a:pt x="30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1170720" y="4353480"/>
              <a:ext cx="6120" cy="110880"/>
            </a:xfrm>
            <a:custGeom>
              <a:rect b="b" l="l" r="r" t="t"/>
              <a:pathLst>
                <a:path extrusionOk="0" h="1030" w="61">
                  <a:moveTo>
                    <a:pt x="30" y="1030"/>
                  </a:moveTo>
                  <a:cubicBezTo>
                    <a:pt x="14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3" y="0"/>
                    <a:pt x="30" y="0"/>
                  </a:cubicBezTo>
                  <a:cubicBezTo>
                    <a:pt x="46" y="0"/>
                    <a:pt x="61" y="14"/>
                    <a:pt x="61" y="30"/>
                  </a:cubicBezTo>
                  <a:lnTo>
                    <a:pt x="61" y="1000"/>
                  </a:lnTo>
                  <a:cubicBezTo>
                    <a:pt x="61" y="1017"/>
                    <a:pt x="47" y="1030"/>
                    <a:pt x="30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1125720" y="4353480"/>
              <a:ext cx="6120" cy="110880"/>
            </a:xfrm>
            <a:custGeom>
              <a:rect b="b" l="l" r="r" t="t"/>
              <a:pathLst>
                <a:path extrusionOk="0" h="1030" w="61">
                  <a:moveTo>
                    <a:pt x="31" y="1030"/>
                  </a:moveTo>
                  <a:cubicBezTo>
                    <a:pt x="14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4" y="0"/>
                    <a:pt x="31" y="0"/>
                  </a:cubicBezTo>
                  <a:cubicBezTo>
                    <a:pt x="47" y="0"/>
                    <a:pt x="61" y="14"/>
                    <a:pt x="61" y="30"/>
                  </a:cubicBezTo>
                  <a:lnTo>
                    <a:pt x="61" y="1000"/>
                  </a:lnTo>
                  <a:cubicBezTo>
                    <a:pt x="61" y="1017"/>
                    <a:pt x="47" y="1030"/>
                    <a:pt x="31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1215360" y="4353480"/>
              <a:ext cx="6120" cy="110880"/>
            </a:xfrm>
            <a:custGeom>
              <a:rect b="b" l="l" r="r" t="t"/>
              <a:pathLst>
                <a:path extrusionOk="0" h="1030" w="60">
                  <a:moveTo>
                    <a:pt x="30" y="1030"/>
                  </a:moveTo>
                  <a:cubicBezTo>
                    <a:pt x="14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4" y="0"/>
                    <a:pt x="30" y="0"/>
                  </a:cubicBezTo>
                  <a:cubicBezTo>
                    <a:pt x="47" y="0"/>
                    <a:pt x="60" y="14"/>
                    <a:pt x="60" y="30"/>
                  </a:cubicBezTo>
                  <a:lnTo>
                    <a:pt x="60" y="1000"/>
                  </a:lnTo>
                  <a:cubicBezTo>
                    <a:pt x="60" y="1017"/>
                    <a:pt x="47" y="1030"/>
                    <a:pt x="30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1260360" y="4353480"/>
              <a:ext cx="6120" cy="110880"/>
            </a:xfrm>
            <a:custGeom>
              <a:rect b="b" l="l" r="r" t="t"/>
              <a:pathLst>
                <a:path extrusionOk="0" h="1030" w="60">
                  <a:moveTo>
                    <a:pt x="30" y="1030"/>
                  </a:moveTo>
                  <a:cubicBezTo>
                    <a:pt x="13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3" y="0"/>
                    <a:pt x="30" y="0"/>
                  </a:cubicBezTo>
                  <a:cubicBezTo>
                    <a:pt x="47" y="0"/>
                    <a:pt x="60" y="14"/>
                    <a:pt x="60" y="30"/>
                  </a:cubicBezTo>
                  <a:lnTo>
                    <a:pt x="60" y="1000"/>
                  </a:lnTo>
                  <a:cubicBezTo>
                    <a:pt x="60" y="1017"/>
                    <a:pt x="47" y="1030"/>
                    <a:pt x="30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1305360" y="4353480"/>
              <a:ext cx="6120" cy="110880"/>
            </a:xfrm>
            <a:custGeom>
              <a:rect b="b" l="l" r="r" t="t"/>
              <a:pathLst>
                <a:path extrusionOk="0" h="1030" w="60">
                  <a:moveTo>
                    <a:pt x="30" y="1030"/>
                  </a:moveTo>
                  <a:cubicBezTo>
                    <a:pt x="13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4" y="0"/>
                    <a:pt x="30" y="0"/>
                  </a:cubicBezTo>
                  <a:cubicBezTo>
                    <a:pt x="47" y="0"/>
                    <a:pt x="60" y="14"/>
                    <a:pt x="60" y="30"/>
                  </a:cubicBezTo>
                  <a:lnTo>
                    <a:pt x="60" y="1000"/>
                  </a:lnTo>
                  <a:cubicBezTo>
                    <a:pt x="60" y="1017"/>
                    <a:pt x="46" y="1030"/>
                    <a:pt x="30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1350000" y="4353480"/>
              <a:ext cx="6120" cy="110880"/>
            </a:xfrm>
            <a:custGeom>
              <a:rect b="b" l="l" r="r" t="t"/>
              <a:pathLst>
                <a:path extrusionOk="0" h="1030" w="61">
                  <a:moveTo>
                    <a:pt x="30" y="1030"/>
                  </a:moveTo>
                  <a:cubicBezTo>
                    <a:pt x="14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4" y="0"/>
                    <a:pt x="30" y="0"/>
                  </a:cubicBezTo>
                  <a:cubicBezTo>
                    <a:pt x="47" y="0"/>
                    <a:pt x="61" y="14"/>
                    <a:pt x="61" y="30"/>
                  </a:cubicBezTo>
                  <a:lnTo>
                    <a:pt x="61" y="1000"/>
                  </a:lnTo>
                  <a:cubicBezTo>
                    <a:pt x="61" y="1017"/>
                    <a:pt x="47" y="1030"/>
                    <a:pt x="30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" name="Google Shape;103;p7"/>
            <p:cNvSpPr/>
            <p:nvPr/>
          </p:nvSpPr>
          <p:spPr>
            <a:xfrm>
              <a:off x="1395000" y="4353480"/>
              <a:ext cx="6120" cy="110880"/>
            </a:xfrm>
            <a:custGeom>
              <a:rect b="b" l="l" r="r" t="t"/>
              <a:pathLst>
                <a:path extrusionOk="0" h="1030" w="60">
                  <a:moveTo>
                    <a:pt x="30" y="1030"/>
                  </a:moveTo>
                  <a:cubicBezTo>
                    <a:pt x="14" y="1030"/>
                    <a:pt x="0" y="1017"/>
                    <a:pt x="0" y="1000"/>
                  </a:cubicBezTo>
                  <a:lnTo>
                    <a:pt x="0" y="30"/>
                  </a:lnTo>
                  <a:cubicBezTo>
                    <a:pt x="0" y="14"/>
                    <a:pt x="14" y="0"/>
                    <a:pt x="30" y="0"/>
                  </a:cubicBezTo>
                  <a:cubicBezTo>
                    <a:pt x="47" y="0"/>
                    <a:pt x="60" y="14"/>
                    <a:pt x="60" y="30"/>
                  </a:cubicBezTo>
                  <a:lnTo>
                    <a:pt x="60" y="1000"/>
                  </a:lnTo>
                  <a:cubicBezTo>
                    <a:pt x="60" y="1017"/>
                    <a:pt x="47" y="1030"/>
                    <a:pt x="30" y="10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1579680" y="4559040"/>
              <a:ext cx="404280" cy="217080"/>
            </a:xfrm>
            <a:custGeom>
              <a:rect b="b" l="l" r="r" t="t"/>
              <a:pathLst>
                <a:path extrusionOk="0" h="2015" w="3748">
                  <a:moveTo>
                    <a:pt x="0" y="0"/>
                  </a:moveTo>
                  <a:lnTo>
                    <a:pt x="3748" y="0"/>
                  </a:lnTo>
                  <a:lnTo>
                    <a:pt x="3748" y="2015"/>
                  </a:lnTo>
                  <a:lnTo>
                    <a:pt x="0" y="20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4F3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1680840" y="4285800"/>
              <a:ext cx="101520" cy="312480"/>
            </a:xfrm>
            <a:custGeom>
              <a:rect b="b" l="l" r="r" t="t"/>
              <a:pathLst>
                <a:path extrusionOk="0" h="2897" w="944">
                  <a:moveTo>
                    <a:pt x="474" y="2897"/>
                  </a:moveTo>
                  <a:lnTo>
                    <a:pt x="474" y="2897"/>
                  </a:lnTo>
                  <a:cubicBezTo>
                    <a:pt x="216" y="2897"/>
                    <a:pt x="7" y="2681"/>
                    <a:pt x="6" y="2413"/>
                  </a:cubicBezTo>
                  <a:lnTo>
                    <a:pt x="0" y="488"/>
                  </a:lnTo>
                  <a:cubicBezTo>
                    <a:pt x="-2" y="221"/>
                    <a:pt x="208" y="3"/>
                    <a:pt x="468" y="0"/>
                  </a:cubicBezTo>
                  <a:lnTo>
                    <a:pt x="468" y="0"/>
                  </a:lnTo>
                  <a:cubicBezTo>
                    <a:pt x="730" y="-3"/>
                    <a:pt x="944" y="215"/>
                    <a:pt x="944" y="484"/>
                  </a:cubicBezTo>
                  <a:lnTo>
                    <a:pt x="942" y="2411"/>
                  </a:lnTo>
                  <a:cubicBezTo>
                    <a:pt x="942" y="2679"/>
                    <a:pt x="732" y="2897"/>
                    <a:pt x="474" y="2897"/>
                  </a:cubicBezTo>
                  <a:close/>
                </a:path>
              </a:pathLst>
            </a:custGeom>
            <a:solidFill>
              <a:srgbClr val="A74F3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1781640" y="4255560"/>
              <a:ext cx="101520" cy="342720"/>
            </a:xfrm>
            <a:custGeom>
              <a:rect b="b" l="l" r="r" t="t"/>
              <a:pathLst>
                <a:path extrusionOk="0" h="3178" w="944">
                  <a:moveTo>
                    <a:pt x="474" y="3178"/>
                  </a:moveTo>
                  <a:lnTo>
                    <a:pt x="474" y="3178"/>
                  </a:lnTo>
                  <a:cubicBezTo>
                    <a:pt x="216" y="3178"/>
                    <a:pt x="7" y="2962"/>
                    <a:pt x="6" y="2694"/>
                  </a:cubicBezTo>
                  <a:lnTo>
                    <a:pt x="0" y="488"/>
                  </a:lnTo>
                  <a:cubicBezTo>
                    <a:pt x="-1" y="221"/>
                    <a:pt x="208" y="3"/>
                    <a:pt x="468" y="0"/>
                  </a:cubicBezTo>
                  <a:lnTo>
                    <a:pt x="468" y="0"/>
                  </a:lnTo>
                  <a:cubicBezTo>
                    <a:pt x="731" y="-3"/>
                    <a:pt x="945" y="215"/>
                    <a:pt x="944" y="484"/>
                  </a:cubicBezTo>
                  <a:lnTo>
                    <a:pt x="942" y="2692"/>
                  </a:lnTo>
                  <a:cubicBezTo>
                    <a:pt x="942" y="2960"/>
                    <a:pt x="732" y="3178"/>
                    <a:pt x="474" y="3178"/>
                  </a:cubicBezTo>
                  <a:close/>
                </a:path>
              </a:pathLst>
            </a:custGeom>
            <a:solidFill>
              <a:srgbClr val="A74F3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" name="Google Shape;107;p7"/>
            <p:cNvSpPr/>
            <p:nvPr/>
          </p:nvSpPr>
          <p:spPr>
            <a:xfrm>
              <a:off x="1579680" y="4346280"/>
              <a:ext cx="101520" cy="252000"/>
            </a:xfrm>
            <a:custGeom>
              <a:rect b="b" l="l" r="r" t="t"/>
              <a:pathLst>
                <a:path extrusionOk="0" h="2336" w="944">
                  <a:moveTo>
                    <a:pt x="475" y="2336"/>
                  </a:moveTo>
                  <a:lnTo>
                    <a:pt x="475" y="2336"/>
                  </a:lnTo>
                  <a:cubicBezTo>
                    <a:pt x="217" y="2336"/>
                    <a:pt x="8" y="2120"/>
                    <a:pt x="7" y="1852"/>
                  </a:cubicBezTo>
                  <a:lnTo>
                    <a:pt x="0" y="488"/>
                  </a:lnTo>
                  <a:cubicBezTo>
                    <a:pt x="-1" y="221"/>
                    <a:pt x="208" y="3"/>
                    <a:pt x="468" y="0"/>
                  </a:cubicBezTo>
                  <a:lnTo>
                    <a:pt x="468" y="0"/>
                  </a:lnTo>
                  <a:cubicBezTo>
                    <a:pt x="731" y="-3"/>
                    <a:pt x="945" y="215"/>
                    <a:pt x="944" y="484"/>
                  </a:cubicBezTo>
                  <a:lnTo>
                    <a:pt x="943" y="1850"/>
                  </a:lnTo>
                  <a:cubicBezTo>
                    <a:pt x="943" y="2118"/>
                    <a:pt x="733" y="2336"/>
                    <a:pt x="475" y="2336"/>
                  </a:cubicBezTo>
                  <a:close/>
                </a:path>
              </a:pathLst>
            </a:custGeom>
            <a:solidFill>
              <a:srgbClr val="A74F3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1882800" y="4285800"/>
              <a:ext cx="101520" cy="386640"/>
            </a:xfrm>
            <a:custGeom>
              <a:rect b="b" l="l" r="r" t="t"/>
              <a:pathLst>
                <a:path extrusionOk="0" h="3584" w="944">
                  <a:moveTo>
                    <a:pt x="942" y="3519"/>
                  </a:moveTo>
                  <a:lnTo>
                    <a:pt x="944" y="484"/>
                  </a:lnTo>
                  <a:cubicBezTo>
                    <a:pt x="944" y="215"/>
                    <a:pt x="730" y="-3"/>
                    <a:pt x="468" y="0"/>
                  </a:cubicBezTo>
                  <a:cubicBezTo>
                    <a:pt x="208" y="3"/>
                    <a:pt x="-2" y="221"/>
                    <a:pt x="0" y="488"/>
                  </a:cubicBezTo>
                  <a:lnTo>
                    <a:pt x="6" y="3584"/>
                  </a:lnTo>
                  <a:lnTo>
                    <a:pt x="942" y="3519"/>
                  </a:lnTo>
                  <a:close/>
                </a:path>
              </a:pathLst>
            </a:custGeom>
            <a:solidFill>
              <a:srgbClr val="A74F3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1677600" y="4282560"/>
              <a:ext cx="108000" cy="318960"/>
            </a:xfrm>
            <a:custGeom>
              <a:rect b="b" l="l" r="r" t="t"/>
              <a:pathLst>
                <a:path extrusionOk="0" h="2957" w="1004">
                  <a:moveTo>
                    <a:pt x="503" y="2957"/>
                  </a:moveTo>
                  <a:cubicBezTo>
                    <a:pt x="230" y="2957"/>
                    <a:pt x="7" y="2727"/>
                    <a:pt x="6" y="2444"/>
                  </a:cubicBezTo>
                  <a:lnTo>
                    <a:pt x="0" y="518"/>
                  </a:lnTo>
                  <a:cubicBezTo>
                    <a:pt x="-2" y="235"/>
                    <a:pt x="222" y="3"/>
                    <a:pt x="498" y="0"/>
                  </a:cubicBezTo>
                  <a:cubicBezTo>
                    <a:pt x="631" y="-2"/>
                    <a:pt x="756" y="50"/>
                    <a:pt x="851" y="144"/>
                  </a:cubicBezTo>
                  <a:cubicBezTo>
                    <a:pt x="950" y="242"/>
                    <a:pt x="1004" y="373"/>
                    <a:pt x="1004" y="514"/>
                  </a:cubicBezTo>
                  <a:lnTo>
                    <a:pt x="1002" y="2441"/>
                  </a:lnTo>
                  <a:cubicBezTo>
                    <a:pt x="1002" y="2725"/>
                    <a:pt x="778" y="2957"/>
                    <a:pt x="504" y="2957"/>
                  </a:cubicBezTo>
                  <a:lnTo>
                    <a:pt x="504" y="2927"/>
                  </a:lnTo>
                  <a:lnTo>
                    <a:pt x="504" y="2957"/>
                  </a:lnTo>
                  <a:lnTo>
                    <a:pt x="503" y="2957"/>
                  </a:lnTo>
                  <a:moveTo>
                    <a:pt x="503" y="60"/>
                  </a:moveTo>
                  <a:cubicBezTo>
                    <a:pt x="501" y="60"/>
                    <a:pt x="500" y="60"/>
                    <a:pt x="498" y="60"/>
                  </a:cubicBezTo>
                  <a:cubicBezTo>
                    <a:pt x="255" y="63"/>
                    <a:pt x="59" y="268"/>
                    <a:pt x="60" y="518"/>
                  </a:cubicBezTo>
                  <a:lnTo>
                    <a:pt x="66" y="2443"/>
                  </a:lnTo>
                  <a:cubicBezTo>
                    <a:pt x="67" y="2693"/>
                    <a:pt x="263" y="2897"/>
                    <a:pt x="503" y="2897"/>
                  </a:cubicBezTo>
                  <a:lnTo>
                    <a:pt x="504" y="2897"/>
                  </a:lnTo>
                  <a:cubicBezTo>
                    <a:pt x="745" y="2897"/>
                    <a:pt x="942" y="2692"/>
                    <a:pt x="942" y="2441"/>
                  </a:cubicBezTo>
                  <a:lnTo>
                    <a:pt x="944" y="514"/>
                  </a:lnTo>
                  <a:cubicBezTo>
                    <a:pt x="944" y="389"/>
                    <a:pt x="896" y="273"/>
                    <a:pt x="809" y="187"/>
                  </a:cubicBezTo>
                  <a:cubicBezTo>
                    <a:pt x="726" y="105"/>
                    <a:pt x="618" y="60"/>
                    <a:pt x="503" y="6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" name="Google Shape;110;p7"/>
            <p:cNvSpPr/>
            <p:nvPr/>
          </p:nvSpPr>
          <p:spPr>
            <a:xfrm>
              <a:off x="1778400" y="4252320"/>
              <a:ext cx="108000" cy="349200"/>
            </a:xfrm>
            <a:custGeom>
              <a:rect b="b" l="l" r="r" t="t"/>
              <a:pathLst>
                <a:path extrusionOk="0" h="3238" w="1004">
                  <a:moveTo>
                    <a:pt x="504" y="3238"/>
                  </a:moveTo>
                  <a:cubicBezTo>
                    <a:pt x="230" y="3238"/>
                    <a:pt x="7" y="3008"/>
                    <a:pt x="6" y="2725"/>
                  </a:cubicBezTo>
                  <a:lnTo>
                    <a:pt x="0" y="518"/>
                  </a:lnTo>
                  <a:cubicBezTo>
                    <a:pt x="-1" y="236"/>
                    <a:pt x="222" y="3"/>
                    <a:pt x="498" y="0"/>
                  </a:cubicBezTo>
                  <a:cubicBezTo>
                    <a:pt x="630" y="-3"/>
                    <a:pt x="756" y="50"/>
                    <a:pt x="851" y="144"/>
                  </a:cubicBezTo>
                  <a:cubicBezTo>
                    <a:pt x="950" y="242"/>
                    <a:pt x="1005" y="374"/>
                    <a:pt x="1004" y="514"/>
                  </a:cubicBezTo>
                  <a:lnTo>
                    <a:pt x="1002" y="2722"/>
                  </a:lnTo>
                  <a:cubicBezTo>
                    <a:pt x="1002" y="3006"/>
                    <a:pt x="778" y="3238"/>
                    <a:pt x="504" y="3238"/>
                  </a:cubicBezTo>
                  <a:lnTo>
                    <a:pt x="504" y="3208"/>
                  </a:lnTo>
                  <a:lnTo>
                    <a:pt x="504" y="3238"/>
                  </a:lnTo>
                  <a:moveTo>
                    <a:pt x="503" y="60"/>
                  </a:moveTo>
                  <a:cubicBezTo>
                    <a:pt x="502" y="60"/>
                    <a:pt x="500" y="60"/>
                    <a:pt x="499" y="60"/>
                  </a:cubicBezTo>
                  <a:cubicBezTo>
                    <a:pt x="256" y="63"/>
                    <a:pt x="59" y="268"/>
                    <a:pt x="60" y="518"/>
                  </a:cubicBezTo>
                  <a:lnTo>
                    <a:pt x="67" y="2724"/>
                  </a:lnTo>
                  <a:cubicBezTo>
                    <a:pt x="68" y="2974"/>
                    <a:pt x="264" y="3178"/>
                    <a:pt x="504" y="3178"/>
                  </a:cubicBezTo>
                  <a:lnTo>
                    <a:pt x="504" y="3178"/>
                  </a:lnTo>
                  <a:cubicBezTo>
                    <a:pt x="745" y="3178"/>
                    <a:pt x="942" y="2973"/>
                    <a:pt x="942" y="2722"/>
                  </a:cubicBezTo>
                  <a:lnTo>
                    <a:pt x="944" y="514"/>
                  </a:lnTo>
                  <a:cubicBezTo>
                    <a:pt x="944" y="390"/>
                    <a:pt x="896" y="273"/>
                    <a:pt x="809" y="187"/>
                  </a:cubicBezTo>
                  <a:cubicBezTo>
                    <a:pt x="726" y="105"/>
                    <a:pt x="618" y="60"/>
                    <a:pt x="503" y="6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1576440" y="4343040"/>
              <a:ext cx="108000" cy="436680"/>
            </a:xfrm>
            <a:custGeom>
              <a:rect b="b" l="l" r="r" t="t"/>
              <a:pathLst>
                <a:path extrusionOk="0" h="4048" w="1005">
                  <a:moveTo>
                    <a:pt x="37" y="4048"/>
                  </a:moveTo>
                  <a:cubicBezTo>
                    <a:pt x="21" y="4048"/>
                    <a:pt x="7" y="4034"/>
                    <a:pt x="7" y="4017"/>
                  </a:cubicBezTo>
                  <a:lnTo>
                    <a:pt x="0" y="519"/>
                  </a:lnTo>
                  <a:cubicBezTo>
                    <a:pt x="-1" y="237"/>
                    <a:pt x="222" y="4"/>
                    <a:pt x="498" y="1"/>
                  </a:cubicBezTo>
                  <a:cubicBezTo>
                    <a:pt x="630" y="-2"/>
                    <a:pt x="756" y="51"/>
                    <a:pt x="852" y="145"/>
                  </a:cubicBezTo>
                  <a:cubicBezTo>
                    <a:pt x="950" y="243"/>
                    <a:pt x="1005" y="375"/>
                    <a:pt x="1005" y="515"/>
                  </a:cubicBezTo>
                  <a:lnTo>
                    <a:pt x="1003" y="1881"/>
                  </a:lnTo>
                  <a:cubicBezTo>
                    <a:pt x="1003" y="2165"/>
                    <a:pt x="779" y="2397"/>
                    <a:pt x="505" y="2397"/>
                  </a:cubicBezTo>
                  <a:lnTo>
                    <a:pt x="505" y="2397"/>
                  </a:lnTo>
                  <a:cubicBezTo>
                    <a:pt x="314" y="2397"/>
                    <a:pt x="147" y="2284"/>
                    <a:pt x="64" y="2120"/>
                  </a:cubicBezTo>
                  <a:lnTo>
                    <a:pt x="68" y="4017"/>
                  </a:lnTo>
                  <a:cubicBezTo>
                    <a:pt x="68" y="4034"/>
                    <a:pt x="54" y="4047"/>
                    <a:pt x="37" y="4048"/>
                  </a:cubicBezTo>
                  <a:moveTo>
                    <a:pt x="63" y="1868"/>
                  </a:moveTo>
                  <a:cubicBezTo>
                    <a:pt x="66" y="1872"/>
                    <a:pt x="68" y="1878"/>
                    <a:pt x="68" y="1883"/>
                  </a:cubicBezTo>
                  <a:cubicBezTo>
                    <a:pt x="68" y="2133"/>
                    <a:pt x="265" y="2337"/>
                    <a:pt x="505" y="2337"/>
                  </a:cubicBezTo>
                  <a:lnTo>
                    <a:pt x="505" y="2337"/>
                  </a:lnTo>
                  <a:cubicBezTo>
                    <a:pt x="746" y="2337"/>
                    <a:pt x="943" y="2132"/>
                    <a:pt x="943" y="1881"/>
                  </a:cubicBezTo>
                  <a:lnTo>
                    <a:pt x="944" y="515"/>
                  </a:lnTo>
                  <a:cubicBezTo>
                    <a:pt x="944" y="391"/>
                    <a:pt x="897" y="274"/>
                    <a:pt x="809" y="188"/>
                  </a:cubicBezTo>
                  <a:cubicBezTo>
                    <a:pt x="725" y="105"/>
                    <a:pt x="614" y="60"/>
                    <a:pt x="499" y="61"/>
                  </a:cubicBezTo>
                  <a:cubicBezTo>
                    <a:pt x="256" y="64"/>
                    <a:pt x="59" y="269"/>
                    <a:pt x="61" y="519"/>
                  </a:cubicBezTo>
                  <a:lnTo>
                    <a:pt x="63" y="18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1748880" y="4399920"/>
              <a:ext cx="235080" cy="345960"/>
            </a:xfrm>
            <a:custGeom>
              <a:rect b="b" l="l" r="r" t="t"/>
              <a:pathLst>
                <a:path extrusionOk="0" h="3209" w="2181">
                  <a:moveTo>
                    <a:pt x="883" y="125"/>
                  </a:moveTo>
                  <a:lnTo>
                    <a:pt x="2181" y="1205"/>
                  </a:lnTo>
                  <a:lnTo>
                    <a:pt x="2181" y="3209"/>
                  </a:lnTo>
                  <a:lnTo>
                    <a:pt x="1393" y="3209"/>
                  </a:lnTo>
                  <a:lnTo>
                    <a:pt x="66" y="799"/>
                  </a:lnTo>
                  <a:cubicBezTo>
                    <a:pt x="-42" y="602"/>
                    <a:pt x="-17" y="359"/>
                    <a:pt x="129" y="188"/>
                  </a:cubicBezTo>
                  <a:lnTo>
                    <a:pt x="129" y="188"/>
                  </a:lnTo>
                  <a:cubicBezTo>
                    <a:pt x="321" y="-35"/>
                    <a:pt x="656" y="-64"/>
                    <a:pt x="883" y="125"/>
                  </a:cubicBezTo>
                  <a:close/>
                </a:path>
              </a:pathLst>
            </a:custGeom>
            <a:solidFill>
              <a:srgbClr val="A74F3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1745640" y="4397040"/>
              <a:ext cx="234000" cy="335880"/>
            </a:xfrm>
            <a:custGeom>
              <a:rect b="b" l="l" r="r" t="t"/>
              <a:pathLst>
                <a:path extrusionOk="0" h="3115" w="2169">
                  <a:moveTo>
                    <a:pt x="1339" y="3115"/>
                  </a:moveTo>
                  <a:cubicBezTo>
                    <a:pt x="1329" y="3115"/>
                    <a:pt x="1318" y="3110"/>
                    <a:pt x="1313" y="3100"/>
                  </a:cubicBezTo>
                  <a:lnTo>
                    <a:pt x="70" y="842"/>
                  </a:lnTo>
                  <a:cubicBezTo>
                    <a:pt x="-44" y="636"/>
                    <a:pt x="-17" y="377"/>
                    <a:pt x="136" y="198"/>
                  </a:cubicBezTo>
                  <a:cubicBezTo>
                    <a:pt x="337" y="-37"/>
                    <a:pt x="694" y="-67"/>
                    <a:pt x="932" y="131"/>
                  </a:cubicBezTo>
                  <a:lnTo>
                    <a:pt x="2158" y="1151"/>
                  </a:lnTo>
                  <a:cubicBezTo>
                    <a:pt x="2171" y="1161"/>
                    <a:pt x="2173" y="1180"/>
                    <a:pt x="2162" y="1193"/>
                  </a:cubicBezTo>
                  <a:cubicBezTo>
                    <a:pt x="2151" y="1206"/>
                    <a:pt x="2132" y="1207"/>
                    <a:pt x="2120" y="1197"/>
                  </a:cubicBezTo>
                  <a:lnTo>
                    <a:pt x="893" y="177"/>
                  </a:lnTo>
                  <a:cubicBezTo>
                    <a:pt x="681" y="0"/>
                    <a:pt x="362" y="27"/>
                    <a:pt x="182" y="237"/>
                  </a:cubicBezTo>
                  <a:cubicBezTo>
                    <a:pt x="45" y="397"/>
                    <a:pt x="21" y="628"/>
                    <a:pt x="122" y="813"/>
                  </a:cubicBezTo>
                  <a:lnTo>
                    <a:pt x="1366" y="3071"/>
                  </a:lnTo>
                  <a:cubicBezTo>
                    <a:pt x="1374" y="3085"/>
                    <a:pt x="1368" y="3104"/>
                    <a:pt x="1354" y="3112"/>
                  </a:cubicBezTo>
                  <a:cubicBezTo>
                    <a:pt x="1349" y="3114"/>
                    <a:pt x="1344" y="3115"/>
                    <a:pt x="1339" y="31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1879200" y="4282560"/>
              <a:ext cx="108000" cy="497160"/>
            </a:xfrm>
            <a:custGeom>
              <a:rect b="b" l="l" r="r" t="t"/>
              <a:pathLst>
                <a:path extrusionOk="0" h="4608" w="1005">
                  <a:moveTo>
                    <a:pt x="973" y="4608"/>
                  </a:moveTo>
                  <a:lnTo>
                    <a:pt x="973" y="4608"/>
                  </a:lnTo>
                  <a:cubicBezTo>
                    <a:pt x="956" y="4608"/>
                    <a:pt x="943" y="4594"/>
                    <a:pt x="943" y="4577"/>
                  </a:cubicBezTo>
                  <a:lnTo>
                    <a:pt x="945" y="514"/>
                  </a:lnTo>
                  <a:cubicBezTo>
                    <a:pt x="945" y="389"/>
                    <a:pt x="897" y="273"/>
                    <a:pt x="809" y="187"/>
                  </a:cubicBezTo>
                  <a:cubicBezTo>
                    <a:pt x="726" y="104"/>
                    <a:pt x="615" y="60"/>
                    <a:pt x="499" y="60"/>
                  </a:cubicBezTo>
                  <a:cubicBezTo>
                    <a:pt x="256" y="63"/>
                    <a:pt x="59" y="268"/>
                    <a:pt x="61" y="518"/>
                  </a:cubicBezTo>
                  <a:lnTo>
                    <a:pt x="67" y="1510"/>
                  </a:lnTo>
                  <a:cubicBezTo>
                    <a:pt x="67" y="1527"/>
                    <a:pt x="54" y="1540"/>
                    <a:pt x="37" y="1540"/>
                  </a:cubicBezTo>
                  <a:lnTo>
                    <a:pt x="37" y="1540"/>
                  </a:lnTo>
                  <a:cubicBezTo>
                    <a:pt x="20" y="1540"/>
                    <a:pt x="7" y="1527"/>
                    <a:pt x="7" y="1511"/>
                  </a:cubicBezTo>
                  <a:lnTo>
                    <a:pt x="0" y="518"/>
                  </a:lnTo>
                  <a:cubicBezTo>
                    <a:pt x="-1" y="235"/>
                    <a:pt x="222" y="3"/>
                    <a:pt x="498" y="0"/>
                  </a:cubicBezTo>
                  <a:cubicBezTo>
                    <a:pt x="632" y="-3"/>
                    <a:pt x="757" y="49"/>
                    <a:pt x="852" y="144"/>
                  </a:cubicBezTo>
                  <a:cubicBezTo>
                    <a:pt x="951" y="242"/>
                    <a:pt x="1005" y="373"/>
                    <a:pt x="1005" y="514"/>
                  </a:cubicBezTo>
                  <a:lnTo>
                    <a:pt x="1003" y="4577"/>
                  </a:lnTo>
                  <a:cubicBezTo>
                    <a:pt x="1003" y="4594"/>
                    <a:pt x="989" y="4608"/>
                    <a:pt x="973" y="4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1556640" y="4805640"/>
              <a:ext cx="451800" cy="410040"/>
            </a:xfrm>
            <a:custGeom>
              <a:rect b="b" l="l" r="r" t="t"/>
              <a:pathLst>
                <a:path extrusionOk="0" h="3802" w="4188">
                  <a:moveTo>
                    <a:pt x="0" y="0"/>
                  </a:moveTo>
                  <a:lnTo>
                    <a:pt x="4188" y="0"/>
                  </a:lnTo>
                  <a:lnTo>
                    <a:pt x="4188" y="3802"/>
                  </a:lnTo>
                  <a:lnTo>
                    <a:pt x="0" y="38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1553400" y="4802760"/>
              <a:ext cx="458280" cy="416520"/>
            </a:xfrm>
            <a:custGeom>
              <a:rect b="b" l="l" r="r" t="t"/>
              <a:pathLst>
                <a:path extrusionOk="0" h="3862" w="4248">
                  <a:moveTo>
                    <a:pt x="4218" y="3862"/>
                  </a:moveTo>
                  <a:lnTo>
                    <a:pt x="30" y="3862"/>
                  </a:lnTo>
                  <a:cubicBezTo>
                    <a:pt x="14" y="3862"/>
                    <a:pt x="0" y="3848"/>
                    <a:pt x="0" y="3832"/>
                  </a:cubicBezTo>
                  <a:lnTo>
                    <a:pt x="0" y="30"/>
                  </a:lnTo>
                  <a:cubicBezTo>
                    <a:pt x="0" y="14"/>
                    <a:pt x="14" y="0"/>
                    <a:pt x="30" y="0"/>
                  </a:cubicBezTo>
                  <a:lnTo>
                    <a:pt x="4218" y="0"/>
                  </a:lnTo>
                  <a:cubicBezTo>
                    <a:pt x="4234" y="0"/>
                    <a:pt x="4248" y="14"/>
                    <a:pt x="4248" y="30"/>
                  </a:cubicBezTo>
                  <a:lnTo>
                    <a:pt x="4248" y="3832"/>
                  </a:lnTo>
                  <a:cubicBezTo>
                    <a:pt x="4248" y="3848"/>
                    <a:pt x="4234" y="3862"/>
                    <a:pt x="4218" y="3862"/>
                  </a:cubicBezTo>
                  <a:moveTo>
                    <a:pt x="61" y="3802"/>
                  </a:moveTo>
                  <a:lnTo>
                    <a:pt x="4188" y="3802"/>
                  </a:lnTo>
                  <a:lnTo>
                    <a:pt x="4188" y="61"/>
                  </a:lnTo>
                  <a:lnTo>
                    <a:pt x="61" y="61"/>
                  </a:lnTo>
                  <a:lnTo>
                    <a:pt x="61" y="380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1579680" y="4746600"/>
              <a:ext cx="404280" cy="59040"/>
            </a:xfrm>
            <a:custGeom>
              <a:rect b="b" l="l" r="r" t="t"/>
              <a:pathLst>
                <a:path extrusionOk="0" h="550" w="3748">
                  <a:moveTo>
                    <a:pt x="0" y="0"/>
                  </a:moveTo>
                  <a:lnTo>
                    <a:pt x="3748" y="0"/>
                  </a:lnTo>
                  <a:lnTo>
                    <a:pt x="3748" y="550"/>
                  </a:lnTo>
                  <a:lnTo>
                    <a:pt x="0" y="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29500" lIns="81700" spcFirstLastPara="1" rIns="81700" wrap="square" tIns="29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1576440" y="4743360"/>
              <a:ext cx="410760" cy="65520"/>
            </a:xfrm>
            <a:custGeom>
              <a:rect b="b" l="l" r="r" t="t"/>
              <a:pathLst>
                <a:path extrusionOk="0" h="611" w="3808">
                  <a:moveTo>
                    <a:pt x="3778" y="611"/>
                  </a:moveTo>
                  <a:lnTo>
                    <a:pt x="30" y="611"/>
                  </a:lnTo>
                  <a:cubicBezTo>
                    <a:pt x="14" y="611"/>
                    <a:pt x="0" y="597"/>
                    <a:pt x="0" y="580"/>
                  </a:cubicBezTo>
                  <a:lnTo>
                    <a:pt x="0" y="30"/>
                  </a:lnTo>
                  <a:cubicBezTo>
                    <a:pt x="0" y="13"/>
                    <a:pt x="14" y="0"/>
                    <a:pt x="30" y="0"/>
                  </a:cubicBezTo>
                  <a:lnTo>
                    <a:pt x="3778" y="0"/>
                  </a:lnTo>
                  <a:cubicBezTo>
                    <a:pt x="3794" y="0"/>
                    <a:pt x="3808" y="13"/>
                    <a:pt x="3808" y="30"/>
                  </a:cubicBezTo>
                  <a:lnTo>
                    <a:pt x="3808" y="580"/>
                  </a:lnTo>
                  <a:cubicBezTo>
                    <a:pt x="3808" y="597"/>
                    <a:pt x="3794" y="611"/>
                    <a:pt x="3778" y="611"/>
                  </a:cubicBezTo>
                  <a:moveTo>
                    <a:pt x="61" y="550"/>
                  </a:moveTo>
                  <a:lnTo>
                    <a:pt x="3748" y="550"/>
                  </a:lnTo>
                  <a:lnTo>
                    <a:pt x="3748" y="60"/>
                  </a:lnTo>
                  <a:lnTo>
                    <a:pt x="61" y="60"/>
                  </a:lnTo>
                  <a:lnTo>
                    <a:pt x="61" y="55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32750" lIns="81700" spcFirstLastPara="1" rIns="81700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1553400" y="4862160"/>
              <a:ext cx="458280" cy="6120"/>
            </a:xfrm>
            <a:custGeom>
              <a:rect b="b" l="l" r="r" t="t"/>
              <a:pathLst>
                <a:path extrusionOk="0" h="60" w="4248">
                  <a:moveTo>
                    <a:pt x="4218" y="60"/>
                  </a:moveTo>
                  <a:lnTo>
                    <a:pt x="30" y="60"/>
                  </a:lnTo>
                  <a:cubicBezTo>
                    <a:pt x="14" y="60"/>
                    <a:pt x="0" y="47"/>
                    <a:pt x="0" y="30"/>
                  </a:cubicBezTo>
                  <a:cubicBezTo>
                    <a:pt x="0" y="14"/>
                    <a:pt x="14" y="0"/>
                    <a:pt x="30" y="0"/>
                  </a:cubicBezTo>
                  <a:lnTo>
                    <a:pt x="4218" y="0"/>
                  </a:lnTo>
                  <a:cubicBezTo>
                    <a:pt x="4234" y="0"/>
                    <a:pt x="4248" y="14"/>
                    <a:pt x="4248" y="30"/>
                  </a:cubicBezTo>
                  <a:cubicBezTo>
                    <a:pt x="4248" y="47"/>
                    <a:pt x="4234" y="60"/>
                    <a:pt x="4218" y="6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81700" spcFirstLastPara="1" rIns="817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1879560" y="4831920"/>
              <a:ext cx="66600" cy="66600"/>
            </a:xfrm>
            <a:custGeom>
              <a:rect b="b" l="l" r="r" t="t"/>
              <a:pathLst>
                <a:path extrusionOk="0" h="619" w="619">
                  <a:moveTo>
                    <a:pt x="619" y="309"/>
                  </a:moveTo>
                  <a:cubicBezTo>
                    <a:pt x="619" y="480"/>
                    <a:pt x="481" y="619"/>
                    <a:pt x="310" y="619"/>
                  </a:cubicBezTo>
                  <a:cubicBezTo>
                    <a:pt x="139" y="619"/>
                    <a:pt x="0" y="480"/>
                    <a:pt x="0" y="309"/>
                  </a:cubicBezTo>
                  <a:cubicBezTo>
                    <a:pt x="0" y="138"/>
                    <a:pt x="139" y="0"/>
                    <a:pt x="310" y="0"/>
                  </a:cubicBezTo>
                  <a:cubicBezTo>
                    <a:pt x="481" y="0"/>
                    <a:pt x="619" y="138"/>
                    <a:pt x="619" y="3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33475" lIns="81700" spcFirstLastPara="1" rIns="81700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1876320" y="4828680"/>
              <a:ext cx="73080" cy="73080"/>
            </a:xfrm>
            <a:custGeom>
              <a:rect b="b" l="l" r="r" t="t"/>
              <a:pathLst>
                <a:path extrusionOk="0" h="679" w="679">
                  <a:moveTo>
                    <a:pt x="340" y="679"/>
                  </a:moveTo>
                  <a:cubicBezTo>
                    <a:pt x="153" y="679"/>
                    <a:pt x="0" y="526"/>
                    <a:pt x="0" y="339"/>
                  </a:cubicBezTo>
                  <a:cubicBezTo>
                    <a:pt x="0" y="152"/>
                    <a:pt x="153" y="0"/>
                    <a:pt x="340" y="0"/>
                  </a:cubicBezTo>
                  <a:cubicBezTo>
                    <a:pt x="527" y="0"/>
                    <a:pt x="679" y="152"/>
                    <a:pt x="679" y="339"/>
                  </a:cubicBezTo>
                  <a:cubicBezTo>
                    <a:pt x="679" y="526"/>
                    <a:pt x="527" y="679"/>
                    <a:pt x="340" y="679"/>
                  </a:cubicBezTo>
                  <a:moveTo>
                    <a:pt x="340" y="60"/>
                  </a:moveTo>
                  <a:cubicBezTo>
                    <a:pt x="186" y="60"/>
                    <a:pt x="61" y="185"/>
                    <a:pt x="61" y="339"/>
                  </a:cubicBezTo>
                  <a:cubicBezTo>
                    <a:pt x="61" y="493"/>
                    <a:pt x="186" y="618"/>
                    <a:pt x="340" y="618"/>
                  </a:cubicBezTo>
                  <a:cubicBezTo>
                    <a:pt x="494" y="618"/>
                    <a:pt x="619" y="493"/>
                    <a:pt x="619" y="339"/>
                  </a:cubicBezTo>
                  <a:cubicBezTo>
                    <a:pt x="619" y="185"/>
                    <a:pt x="494" y="60"/>
                    <a:pt x="340" y="6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36700" lIns="81700" spcFirstLastPara="1" rIns="81700" wrap="square" tIns="3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407520" y="4559040"/>
              <a:ext cx="404280" cy="217080"/>
            </a:xfrm>
            <a:custGeom>
              <a:rect b="b" l="l" r="r" t="t"/>
              <a:pathLst>
                <a:path extrusionOk="0" h="2015" w="3748">
                  <a:moveTo>
                    <a:pt x="0" y="0"/>
                  </a:moveTo>
                  <a:lnTo>
                    <a:pt x="3748" y="0"/>
                  </a:lnTo>
                  <a:lnTo>
                    <a:pt x="3748" y="2015"/>
                  </a:lnTo>
                  <a:lnTo>
                    <a:pt x="0" y="20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1614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508320" y="4285800"/>
              <a:ext cx="101520" cy="312480"/>
            </a:xfrm>
            <a:custGeom>
              <a:rect b="b" l="l" r="r" t="t"/>
              <a:pathLst>
                <a:path extrusionOk="0" h="2897" w="944">
                  <a:moveTo>
                    <a:pt x="474" y="2897"/>
                  </a:moveTo>
                  <a:lnTo>
                    <a:pt x="474" y="2897"/>
                  </a:lnTo>
                  <a:cubicBezTo>
                    <a:pt x="216" y="2897"/>
                    <a:pt x="7" y="2681"/>
                    <a:pt x="6" y="2413"/>
                  </a:cubicBezTo>
                  <a:lnTo>
                    <a:pt x="0" y="488"/>
                  </a:lnTo>
                  <a:cubicBezTo>
                    <a:pt x="-1" y="221"/>
                    <a:pt x="208" y="3"/>
                    <a:pt x="468" y="0"/>
                  </a:cubicBezTo>
                  <a:lnTo>
                    <a:pt x="468" y="0"/>
                  </a:lnTo>
                  <a:cubicBezTo>
                    <a:pt x="730" y="-3"/>
                    <a:pt x="944" y="215"/>
                    <a:pt x="944" y="484"/>
                  </a:cubicBezTo>
                  <a:lnTo>
                    <a:pt x="942" y="2411"/>
                  </a:lnTo>
                  <a:cubicBezTo>
                    <a:pt x="942" y="2679"/>
                    <a:pt x="732" y="2897"/>
                    <a:pt x="474" y="2897"/>
                  </a:cubicBezTo>
                  <a:close/>
                </a:path>
              </a:pathLst>
            </a:custGeom>
            <a:solidFill>
              <a:srgbClr val="C1614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609120" y="4255560"/>
              <a:ext cx="101520" cy="342720"/>
            </a:xfrm>
            <a:custGeom>
              <a:rect b="b" l="l" r="r" t="t"/>
              <a:pathLst>
                <a:path extrusionOk="0" h="3178" w="944">
                  <a:moveTo>
                    <a:pt x="474" y="3178"/>
                  </a:moveTo>
                  <a:lnTo>
                    <a:pt x="474" y="3178"/>
                  </a:lnTo>
                  <a:cubicBezTo>
                    <a:pt x="216" y="3178"/>
                    <a:pt x="8" y="2962"/>
                    <a:pt x="6" y="2694"/>
                  </a:cubicBezTo>
                  <a:lnTo>
                    <a:pt x="0" y="488"/>
                  </a:lnTo>
                  <a:cubicBezTo>
                    <a:pt x="-1" y="221"/>
                    <a:pt x="208" y="3"/>
                    <a:pt x="468" y="0"/>
                  </a:cubicBezTo>
                  <a:lnTo>
                    <a:pt x="468" y="0"/>
                  </a:lnTo>
                  <a:cubicBezTo>
                    <a:pt x="731" y="-3"/>
                    <a:pt x="945" y="215"/>
                    <a:pt x="944" y="484"/>
                  </a:cubicBezTo>
                  <a:lnTo>
                    <a:pt x="942" y="2692"/>
                  </a:lnTo>
                  <a:cubicBezTo>
                    <a:pt x="942" y="2960"/>
                    <a:pt x="732" y="3178"/>
                    <a:pt x="474" y="3178"/>
                  </a:cubicBezTo>
                  <a:close/>
                </a:path>
              </a:pathLst>
            </a:custGeom>
            <a:solidFill>
              <a:srgbClr val="C1614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407520" y="4346280"/>
              <a:ext cx="101520" cy="252000"/>
            </a:xfrm>
            <a:custGeom>
              <a:rect b="b" l="l" r="r" t="t"/>
              <a:pathLst>
                <a:path extrusionOk="0" h="2336" w="945">
                  <a:moveTo>
                    <a:pt x="475" y="2336"/>
                  </a:moveTo>
                  <a:lnTo>
                    <a:pt x="475" y="2336"/>
                  </a:lnTo>
                  <a:cubicBezTo>
                    <a:pt x="217" y="2336"/>
                    <a:pt x="9" y="2120"/>
                    <a:pt x="7" y="1852"/>
                  </a:cubicBezTo>
                  <a:lnTo>
                    <a:pt x="0" y="488"/>
                  </a:lnTo>
                  <a:cubicBezTo>
                    <a:pt x="-1" y="221"/>
                    <a:pt x="208" y="3"/>
                    <a:pt x="469" y="0"/>
                  </a:cubicBezTo>
                  <a:lnTo>
                    <a:pt x="469" y="0"/>
                  </a:lnTo>
                  <a:cubicBezTo>
                    <a:pt x="731" y="-3"/>
                    <a:pt x="945" y="215"/>
                    <a:pt x="945" y="484"/>
                  </a:cubicBezTo>
                  <a:lnTo>
                    <a:pt x="943" y="1850"/>
                  </a:lnTo>
                  <a:cubicBezTo>
                    <a:pt x="943" y="2118"/>
                    <a:pt x="733" y="2336"/>
                    <a:pt x="475" y="2336"/>
                  </a:cubicBezTo>
                  <a:close/>
                </a:path>
              </a:pathLst>
            </a:custGeom>
            <a:solidFill>
              <a:srgbClr val="C1614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710280" y="4285800"/>
              <a:ext cx="101520" cy="386640"/>
            </a:xfrm>
            <a:custGeom>
              <a:rect b="b" l="l" r="r" t="t"/>
              <a:pathLst>
                <a:path extrusionOk="0" h="3584" w="944">
                  <a:moveTo>
                    <a:pt x="942" y="3519"/>
                  </a:moveTo>
                  <a:lnTo>
                    <a:pt x="944" y="484"/>
                  </a:lnTo>
                  <a:cubicBezTo>
                    <a:pt x="944" y="215"/>
                    <a:pt x="730" y="-3"/>
                    <a:pt x="468" y="0"/>
                  </a:cubicBezTo>
                  <a:cubicBezTo>
                    <a:pt x="208" y="3"/>
                    <a:pt x="-2" y="221"/>
                    <a:pt x="0" y="488"/>
                  </a:cubicBezTo>
                  <a:lnTo>
                    <a:pt x="6" y="3584"/>
                  </a:lnTo>
                  <a:lnTo>
                    <a:pt x="942" y="3519"/>
                  </a:lnTo>
                  <a:close/>
                </a:path>
              </a:pathLst>
            </a:custGeom>
            <a:solidFill>
              <a:srgbClr val="C1614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505080" y="4282560"/>
              <a:ext cx="108000" cy="318960"/>
            </a:xfrm>
            <a:custGeom>
              <a:rect b="b" l="l" r="r" t="t"/>
              <a:pathLst>
                <a:path extrusionOk="0" h="2957" w="1004">
                  <a:moveTo>
                    <a:pt x="504" y="2957"/>
                  </a:moveTo>
                  <a:cubicBezTo>
                    <a:pt x="230" y="2957"/>
                    <a:pt x="7" y="2727"/>
                    <a:pt x="6" y="2444"/>
                  </a:cubicBezTo>
                  <a:lnTo>
                    <a:pt x="0" y="518"/>
                  </a:lnTo>
                  <a:cubicBezTo>
                    <a:pt x="-2" y="235"/>
                    <a:pt x="222" y="3"/>
                    <a:pt x="498" y="0"/>
                  </a:cubicBezTo>
                  <a:cubicBezTo>
                    <a:pt x="631" y="-3"/>
                    <a:pt x="756" y="50"/>
                    <a:pt x="851" y="144"/>
                  </a:cubicBezTo>
                  <a:cubicBezTo>
                    <a:pt x="950" y="242"/>
                    <a:pt x="1004" y="373"/>
                    <a:pt x="1004" y="514"/>
                  </a:cubicBezTo>
                  <a:lnTo>
                    <a:pt x="1002" y="2441"/>
                  </a:lnTo>
                  <a:cubicBezTo>
                    <a:pt x="1002" y="2725"/>
                    <a:pt x="778" y="2957"/>
                    <a:pt x="504" y="2957"/>
                  </a:cubicBezTo>
                  <a:lnTo>
                    <a:pt x="504" y="2927"/>
                  </a:lnTo>
                  <a:lnTo>
                    <a:pt x="504" y="2957"/>
                  </a:lnTo>
                  <a:moveTo>
                    <a:pt x="503" y="60"/>
                  </a:moveTo>
                  <a:cubicBezTo>
                    <a:pt x="501" y="60"/>
                    <a:pt x="500" y="60"/>
                    <a:pt x="498" y="60"/>
                  </a:cubicBezTo>
                  <a:cubicBezTo>
                    <a:pt x="255" y="63"/>
                    <a:pt x="59" y="268"/>
                    <a:pt x="60" y="518"/>
                  </a:cubicBezTo>
                  <a:lnTo>
                    <a:pt x="66" y="2443"/>
                  </a:lnTo>
                  <a:cubicBezTo>
                    <a:pt x="67" y="2693"/>
                    <a:pt x="264" y="2897"/>
                    <a:pt x="504" y="2897"/>
                  </a:cubicBezTo>
                  <a:lnTo>
                    <a:pt x="504" y="2897"/>
                  </a:lnTo>
                  <a:cubicBezTo>
                    <a:pt x="745" y="2897"/>
                    <a:pt x="942" y="2692"/>
                    <a:pt x="942" y="2441"/>
                  </a:cubicBezTo>
                  <a:lnTo>
                    <a:pt x="944" y="514"/>
                  </a:lnTo>
                  <a:cubicBezTo>
                    <a:pt x="944" y="389"/>
                    <a:pt x="896" y="273"/>
                    <a:pt x="809" y="187"/>
                  </a:cubicBezTo>
                  <a:cubicBezTo>
                    <a:pt x="726" y="105"/>
                    <a:pt x="618" y="60"/>
                    <a:pt x="503" y="6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605880" y="4252320"/>
              <a:ext cx="108000" cy="349200"/>
            </a:xfrm>
            <a:custGeom>
              <a:rect b="b" l="l" r="r" t="t"/>
              <a:pathLst>
                <a:path extrusionOk="0" h="3238" w="1005">
                  <a:moveTo>
                    <a:pt x="504" y="3238"/>
                  </a:moveTo>
                  <a:cubicBezTo>
                    <a:pt x="231" y="3238"/>
                    <a:pt x="7" y="3008"/>
                    <a:pt x="6" y="2725"/>
                  </a:cubicBezTo>
                  <a:lnTo>
                    <a:pt x="0" y="518"/>
                  </a:lnTo>
                  <a:cubicBezTo>
                    <a:pt x="-1" y="236"/>
                    <a:pt x="222" y="3"/>
                    <a:pt x="498" y="0"/>
                  </a:cubicBezTo>
                  <a:cubicBezTo>
                    <a:pt x="631" y="-3"/>
                    <a:pt x="756" y="50"/>
                    <a:pt x="852" y="144"/>
                  </a:cubicBezTo>
                  <a:cubicBezTo>
                    <a:pt x="950" y="242"/>
                    <a:pt x="1005" y="374"/>
                    <a:pt x="1005" y="514"/>
                  </a:cubicBezTo>
                  <a:lnTo>
                    <a:pt x="1002" y="2722"/>
                  </a:lnTo>
                  <a:cubicBezTo>
                    <a:pt x="1002" y="3006"/>
                    <a:pt x="778" y="3238"/>
                    <a:pt x="504" y="3238"/>
                  </a:cubicBezTo>
                  <a:lnTo>
                    <a:pt x="504" y="3208"/>
                  </a:lnTo>
                  <a:lnTo>
                    <a:pt x="504" y="3238"/>
                  </a:lnTo>
                  <a:moveTo>
                    <a:pt x="503" y="60"/>
                  </a:moveTo>
                  <a:cubicBezTo>
                    <a:pt x="502" y="60"/>
                    <a:pt x="500" y="60"/>
                    <a:pt x="499" y="60"/>
                  </a:cubicBezTo>
                  <a:cubicBezTo>
                    <a:pt x="256" y="63"/>
                    <a:pt x="59" y="268"/>
                    <a:pt x="60" y="518"/>
                  </a:cubicBezTo>
                  <a:lnTo>
                    <a:pt x="67" y="2724"/>
                  </a:lnTo>
                  <a:cubicBezTo>
                    <a:pt x="68" y="2974"/>
                    <a:pt x="264" y="3178"/>
                    <a:pt x="504" y="3178"/>
                  </a:cubicBezTo>
                  <a:lnTo>
                    <a:pt x="504" y="3178"/>
                  </a:lnTo>
                  <a:cubicBezTo>
                    <a:pt x="745" y="3178"/>
                    <a:pt x="942" y="2973"/>
                    <a:pt x="942" y="2722"/>
                  </a:cubicBezTo>
                  <a:lnTo>
                    <a:pt x="944" y="514"/>
                  </a:lnTo>
                  <a:cubicBezTo>
                    <a:pt x="944" y="390"/>
                    <a:pt x="896" y="273"/>
                    <a:pt x="809" y="187"/>
                  </a:cubicBezTo>
                  <a:cubicBezTo>
                    <a:pt x="726" y="105"/>
                    <a:pt x="618" y="60"/>
                    <a:pt x="503" y="6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404280" y="4343040"/>
              <a:ext cx="108000" cy="436680"/>
            </a:xfrm>
            <a:custGeom>
              <a:rect b="b" l="l" r="r" t="t"/>
              <a:pathLst>
                <a:path extrusionOk="0" h="4047" w="1005">
                  <a:moveTo>
                    <a:pt x="37" y="4047"/>
                  </a:moveTo>
                  <a:cubicBezTo>
                    <a:pt x="21" y="4047"/>
                    <a:pt x="7" y="4033"/>
                    <a:pt x="7" y="4016"/>
                  </a:cubicBezTo>
                  <a:lnTo>
                    <a:pt x="0" y="518"/>
                  </a:lnTo>
                  <a:cubicBezTo>
                    <a:pt x="-1" y="236"/>
                    <a:pt x="222" y="3"/>
                    <a:pt x="498" y="0"/>
                  </a:cubicBezTo>
                  <a:cubicBezTo>
                    <a:pt x="632" y="-2"/>
                    <a:pt x="756" y="50"/>
                    <a:pt x="852" y="144"/>
                  </a:cubicBezTo>
                  <a:cubicBezTo>
                    <a:pt x="951" y="242"/>
                    <a:pt x="1005" y="374"/>
                    <a:pt x="1005" y="514"/>
                  </a:cubicBezTo>
                  <a:lnTo>
                    <a:pt x="1003" y="1880"/>
                  </a:lnTo>
                  <a:cubicBezTo>
                    <a:pt x="1003" y="2164"/>
                    <a:pt x="779" y="2396"/>
                    <a:pt x="505" y="2396"/>
                  </a:cubicBezTo>
                  <a:lnTo>
                    <a:pt x="505" y="2396"/>
                  </a:lnTo>
                  <a:cubicBezTo>
                    <a:pt x="314" y="2396"/>
                    <a:pt x="147" y="2283"/>
                    <a:pt x="64" y="2119"/>
                  </a:cubicBezTo>
                  <a:lnTo>
                    <a:pt x="68" y="4016"/>
                  </a:lnTo>
                  <a:cubicBezTo>
                    <a:pt x="68" y="4033"/>
                    <a:pt x="54" y="4046"/>
                    <a:pt x="37" y="4047"/>
                  </a:cubicBezTo>
                  <a:moveTo>
                    <a:pt x="63" y="1867"/>
                  </a:moveTo>
                  <a:cubicBezTo>
                    <a:pt x="66" y="1871"/>
                    <a:pt x="68" y="1877"/>
                    <a:pt x="68" y="1882"/>
                  </a:cubicBezTo>
                  <a:cubicBezTo>
                    <a:pt x="69" y="2132"/>
                    <a:pt x="265" y="2336"/>
                    <a:pt x="505" y="2336"/>
                  </a:cubicBezTo>
                  <a:lnTo>
                    <a:pt x="505" y="2336"/>
                  </a:lnTo>
                  <a:cubicBezTo>
                    <a:pt x="746" y="2336"/>
                    <a:pt x="943" y="2131"/>
                    <a:pt x="943" y="1880"/>
                  </a:cubicBezTo>
                  <a:lnTo>
                    <a:pt x="944" y="514"/>
                  </a:lnTo>
                  <a:cubicBezTo>
                    <a:pt x="945" y="390"/>
                    <a:pt x="897" y="273"/>
                    <a:pt x="809" y="187"/>
                  </a:cubicBezTo>
                  <a:cubicBezTo>
                    <a:pt x="726" y="104"/>
                    <a:pt x="615" y="59"/>
                    <a:pt x="499" y="60"/>
                  </a:cubicBezTo>
                  <a:cubicBezTo>
                    <a:pt x="256" y="63"/>
                    <a:pt x="59" y="268"/>
                    <a:pt x="61" y="518"/>
                  </a:cubicBezTo>
                  <a:lnTo>
                    <a:pt x="63" y="186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576720" y="4399920"/>
              <a:ext cx="235080" cy="376200"/>
            </a:xfrm>
            <a:custGeom>
              <a:rect b="b" l="l" r="r" t="t"/>
              <a:pathLst>
                <a:path extrusionOk="0" h="3489" w="2180">
                  <a:moveTo>
                    <a:pt x="884" y="125"/>
                  </a:moveTo>
                  <a:lnTo>
                    <a:pt x="2110" y="1145"/>
                  </a:lnTo>
                  <a:lnTo>
                    <a:pt x="2180" y="3489"/>
                  </a:lnTo>
                  <a:lnTo>
                    <a:pt x="1549" y="3489"/>
                  </a:lnTo>
                  <a:lnTo>
                    <a:pt x="67" y="799"/>
                  </a:lnTo>
                  <a:cubicBezTo>
                    <a:pt x="-41" y="602"/>
                    <a:pt x="-16" y="359"/>
                    <a:pt x="130" y="188"/>
                  </a:cubicBezTo>
                  <a:lnTo>
                    <a:pt x="130" y="188"/>
                  </a:lnTo>
                  <a:cubicBezTo>
                    <a:pt x="322" y="-35"/>
                    <a:pt x="657" y="-64"/>
                    <a:pt x="884" y="125"/>
                  </a:cubicBezTo>
                  <a:close/>
                </a:path>
              </a:pathLst>
            </a:custGeom>
            <a:solidFill>
              <a:srgbClr val="C16149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573480" y="4397040"/>
              <a:ext cx="234000" cy="382680"/>
            </a:xfrm>
            <a:custGeom>
              <a:rect b="b" l="l" r="r" t="t"/>
              <a:pathLst>
                <a:path extrusionOk="0" h="3549" w="2169">
                  <a:moveTo>
                    <a:pt x="1578" y="3549"/>
                  </a:moveTo>
                  <a:cubicBezTo>
                    <a:pt x="1567" y="3549"/>
                    <a:pt x="1557" y="3543"/>
                    <a:pt x="1551" y="3533"/>
                  </a:cubicBezTo>
                  <a:lnTo>
                    <a:pt x="70" y="842"/>
                  </a:lnTo>
                  <a:cubicBezTo>
                    <a:pt x="-44" y="636"/>
                    <a:pt x="-17" y="377"/>
                    <a:pt x="136" y="198"/>
                  </a:cubicBezTo>
                  <a:cubicBezTo>
                    <a:pt x="337" y="-37"/>
                    <a:pt x="694" y="-67"/>
                    <a:pt x="932" y="131"/>
                  </a:cubicBezTo>
                  <a:lnTo>
                    <a:pt x="2158" y="1151"/>
                  </a:lnTo>
                  <a:cubicBezTo>
                    <a:pt x="2171" y="1161"/>
                    <a:pt x="2173" y="1180"/>
                    <a:pt x="2162" y="1193"/>
                  </a:cubicBezTo>
                  <a:cubicBezTo>
                    <a:pt x="2152" y="1206"/>
                    <a:pt x="2132" y="1208"/>
                    <a:pt x="2120" y="1197"/>
                  </a:cubicBezTo>
                  <a:lnTo>
                    <a:pt x="893" y="177"/>
                  </a:lnTo>
                  <a:cubicBezTo>
                    <a:pt x="681" y="0"/>
                    <a:pt x="362" y="27"/>
                    <a:pt x="182" y="237"/>
                  </a:cubicBezTo>
                  <a:cubicBezTo>
                    <a:pt x="45" y="397"/>
                    <a:pt x="21" y="628"/>
                    <a:pt x="123" y="813"/>
                  </a:cubicBezTo>
                  <a:lnTo>
                    <a:pt x="1604" y="3504"/>
                  </a:lnTo>
                  <a:cubicBezTo>
                    <a:pt x="1612" y="3518"/>
                    <a:pt x="1607" y="3537"/>
                    <a:pt x="1592" y="3545"/>
                  </a:cubicBezTo>
                  <a:cubicBezTo>
                    <a:pt x="1588" y="3547"/>
                    <a:pt x="1583" y="3549"/>
                    <a:pt x="1578" y="354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707040" y="4282560"/>
              <a:ext cx="108000" cy="497160"/>
            </a:xfrm>
            <a:custGeom>
              <a:rect b="b" l="l" r="r" t="t"/>
              <a:pathLst>
                <a:path extrusionOk="0" h="4608" w="1004">
                  <a:moveTo>
                    <a:pt x="972" y="4608"/>
                  </a:moveTo>
                  <a:lnTo>
                    <a:pt x="972" y="4608"/>
                  </a:lnTo>
                  <a:cubicBezTo>
                    <a:pt x="955" y="4608"/>
                    <a:pt x="942" y="4594"/>
                    <a:pt x="942" y="4577"/>
                  </a:cubicBezTo>
                  <a:lnTo>
                    <a:pt x="944" y="514"/>
                  </a:lnTo>
                  <a:cubicBezTo>
                    <a:pt x="944" y="389"/>
                    <a:pt x="896" y="273"/>
                    <a:pt x="809" y="187"/>
                  </a:cubicBezTo>
                  <a:cubicBezTo>
                    <a:pt x="725" y="104"/>
                    <a:pt x="614" y="61"/>
                    <a:pt x="498" y="60"/>
                  </a:cubicBezTo>
                  <a:cubicBezTo>
                    <a:pt x="255" y="63"/>
                    <a:pt x="59" y="268"/>
                    <a:pt x="60" y="518"/>
                  </a:cubicBezTo>
                  <a:lnTo>
                    <a:pt x="66" y="1510"/>
                  </a:lnTo>
                  <a:cubicBezTo>
                    <a:pt x="66" y="1527"/>
                    <a:pt x="53" y="1540"/>
                    <a:pt x="36" y="1540"/>
                  </a:cubicBezTo>
                  <a:cubicBezTo>
                    <a:pt x="21" y="1541"/>
                    <a:pt x="6" y="1527"/>
                    <a:pt x="6" y="1511"/>
                  </a:cubicBezTo>
                  <a:lnTo>
                    <a:pt x="0" y="518"/>
                  </a:lnTo>
                  <a:cubicBezTo>
                    <a:pt x="-2" y="235"/>
                    <a:pt x="221" y="3"/>
                    <a:pt x="497" y="0"/>
                  </a:cubicBezTo>
                  <a:cubicBezTo>
                    <a:pt x="630" y="-3"/>
                    <a:pt x="756" y="49"/>
                    <a:pt x="851" y="144"/>
                  </a:cubicBezTo>
                  <a:cubicBezTo>
                    <a:pt x="950" y="242"/>
                    <a:pt x="1004" y="373"/>
                    <a:pt x="1004" y="514"/>
                  </a:cubicBezTo>
                  <a:lnTo>
                    <a:pt x="1002" y="4577"/>
                  </a:lnTo>
                  <a:cubicBezTo>
                    <a:pt x="1002" y="4594"/>
                    <a:pt x="989" y="4608"/>
                    <a:pt x="972" y="4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384480" y="4856040"/>
              <a:ext cx="451800" cy="359640"/>
            </a:xfrm>
            <a:custGeom>
              <a:rect b="b" l="l" r="r" t="t"/>
              <a:pathLst>
                <a:path extrusionOk="0" h="3336" w="4187">
                  <a:moveTo>
                    <a:pt x="0" y="0"/>
                  </a:moveTo>
                  <a:lnTo>
                    <a:pt x="4187" y="0"/>
                  </a:lnTo>
                  <a:lnTo>
                    <a:pt x="4187" y="3336"/>
                  </a:lnTo>
                  <a:lnTo>
                    <a:pt x="0" y="3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380880" y="4852800"/>
              <a:ext cx="458280" cy="366120"/>
            </a:xfrm>
            <a:custGeom>
              <a:rect b="b" l="l" r="r" t="t"/>
              <a:pathLst>
                <a:path extrusionOk="0" h="3396" w="4248">
                  <a:moveTo>
                    <a:pt x="4218" y="3396"/>
                  </a:moveTo>
                  <a:lnTo>
                    <a:pt x="31" y="3396"/>
                  </a:lnTo>
                  <a:cubicBezTo>
                    <a:pt x="14" y="3396"/>
                    <a:pt x="0" y="3382"/>
                    <a:pt x="0" y="3366"/>
                  </a:cubicBezTo>
                  <a:lnTo>
                    <a:pt x="0" y="30"/>
                  </a:lnTo>
                  <a:cubicBezTo>
                    <a:pt x="0" y="13"/>
                    <a:pt x="14" y="0"/>
                    <a:pt x="31" y="0"/>
                  </a:cubicBezTo>
                  <a:lnTo>
                    <a:pt x="4218" y="0"/>
                  </a:lnTo>
                  <a:cubicBezTo>
                    <a:pt x="4234" y="0"/>
                    <a:pt x="4248" y="13"/>
                    <a:pt x="4248" y="30"/>
                  </a:cubicBezTo>
                  <a:lnTo>
                    <a:pt x="4248" y="3366"/>
                  </a:lnTo>
                  <a:cubicBezTo>
                    <a:pt x="4248" y="3382"/>
                    <a:pt x="4235" y="3396"/>
                    <a:pt x="4218" y="3396"/>
                  </a:cubicBezTo>
                  <a:moveTo>
                    <a:pt x="61" y="3336"/>
                  </a:moveTo>
                  <a:lnTo>
                    <a:pt x="4188" y="3336"/>
                  </a:lnTo>
                  <a:lnTo>
                    <a:pt x="4188" y="60"/>
                  </a:lnTo>
                  <a:lnTo>
                    <a:pt x="61" y="60"/>
                  </a:lnTo>
                  <a:lnTo>
                    <a:pt x="61" y="33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407520" y="4746600"/>
              <a:ext cx="404280" cy="109440"/>
            </a:xfrm>
            <a:custGeom>
              <a:rect b="b" l="l" r="r" t="t"/>
              <a:pathLst>
                <a:path extrusionOk="0" h="1016" w="3748">
                  <a:moveTo>
                    <a:pt x="0" y="0"/>
                  </a:moveTo>
                  <a:lnTo>
                    <a:pt x="3748" y="0"/>
                  </a:lnTo>
                  <a:lnTo>
                    <a:pt x="3748" y="1016"/>
                  </a:lnTo>
                  <a:lnTo>
                    <a:pt x="0" y="10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404280" y="4743360"/>
              <a:ext cx="410760" cy="115920"/>
            </a:xfrm>
            <a:custGeom>
              <a:rect b="b" l="l" r="r" t="t"/>
              <a:pathLst>
                <a:path extrusionOk="0" h="1076" w="3808">
                  <a:moveTo>
                    <a:pt x="3778" y="1076"/>
                  </a:moveTo>
                  <a:lnTo>
                    <a:pt x="30" y="1076"/>
                  </a:lnTo>
                  <a:cubicBezTo>
                    <a:pt x="14" y="1076"/>
                    <a:pt x="0" y="1062"/>
                    <a:pt x="0" y="1046"/>
                  </a:cubicBezTo>
                  <a:lnTo>
                    <a:pt x="0" y="30"/>
                  </a:lnTo>
                  <a:cubicBezTo>
                    <a:pt x="0" y="13"/>
                    <a:pt x="14" y="0"/>
                    <a:pt x="30" y="0"/>
                  </a:cubicBezTo>
                  <a:lnTo>
                    <a:pt x="3778" y="0"/>
                  </a:lnTo>
                  <a:cubicBezTo>
                    <a:pt x="3794" y="0"/>
                    <a:pt x="3808" y="13"/>
                    <a:pt x="3808" y="30"/>
                  </a:cubicBezTo>
                  <a:lnTo>
                    <a:pt x="3808" y="1046"/>
                  </a:lnTo>
                  <a:cubicBezTo>
                    <a:pt x="3808" y="1062"/>
                    <a:pt x="3794" y="1076"/>
                    <a:pt x="3778" y="1076"/>
                  </a:cubicBezTo>
                  <a:moveTo>
                    <a:pt x="61" y="1016"/>
                  </a:moveTo>
                  <a:lnTo>
                    <a:pt x="3748" y="1016"/>
                  </a:lnTo>
                  <a:lnTo>
                    <a:pt x="3748" y="60"/>
                  </a:lnTo>
                  <a:lnTo>
                    <a:pt x="61" y="60"/>
                  </a:lnTo>
                  <a:lnTo>
                    <a:pt x="61" y="101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757800" y="4743360"/>
              <a:ext cx="6120" cy="115920"/>
            </a:xfrm>
            <a:custGeom>
              <a:rect b="b" l="l" r="r" t="t"/>
              <a:pathLst>
                <a:path extrusionOk="0" h="1076" w="60">
                  <a:moveTo>
                    <a:pt x="30" y="1076"/>
                  </a:moveTo>
                  <a:cubicBezTo>
                    <a:pt x="13" y="1076"/>
                    <a:pt x="0" y="1062"/>
                    <a:pt x="0" y="1046"/>
                  </a:cubicBezTo>
                  <a:lnTo>
                    <a:pt x="0" y="30"/>
                  </a:ln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lnTo>
                    <a:pt x="60" y="1046"/>
                  </a:lnTo>
                  <a:cubicBezTo>
                    <a:pt x="60" y="1062"/>
                    <a:pt x="46" y="1076"/>
                    <a:pt x="30" y="107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0675" lIns="81700" spcFirstLastPara="1" rIns="81700" wrap="square" tIns="4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727560" y="4764240"/>
              <a:ext cx="66600" cy="66600"/>
            </a:xfrm>
            <a:custGeom>
              <a:rect b="b" l="l" r="r" t="t"/>
              <a:pathLst>
                <a:path extrusionOk="0" h="619" w="619">
                  <a:moveTo>
                    <a:pt x="310" y="0"/>
                  </a:moveTo>
                  <a:cubicBezTo>
                    <a:pt x="481" y="0"/>
                    <a:pt x="619" y="138"/>
                    <a:pt x="619" y="309"/>
                  </a:cubicBezTo>
                  <a:cubicBezTo>
                    <a:pt x="619" y="480"/>
                    <a:pt x="481" y="619"/>
                    <a:pt x="310" y="619"/>
                  </a:cubicBezTo>
                  <a:cubicBezTo>
                    <a:pt x="139" y="619"/>
                    <a:pt x="0" y="480"/>
                    <a:pt x="0" y="309"/>
                  </a:cubicBezTo>
                  <a:cubicBezTo>
                    <a:pt x="0" y="138"/>
                    <a:pt x="139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33475" lIns="81700" spcFirstLastPara="1" rIns="81700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724320" y="4761000"/>
              <a:ext cx="73080" cy="73080"/>
            </a:xfrm>
            <a:custGeom>
              <a:rect b="b" l="l" r="r" t="t"/>
              <a:pathLst>
                <a:path extrusionOk="0" h="679" w="679">
                  <a:moveTo>
                    <a:pt x="340" y="679"/>
                  </a:moveTo>
                  <a:cubicBezTo>
                    <a:pt x="153" y="679"/>
                    <a:pt x="0" y="526"/>
                    <a:pt x="0" y="339"/>
                  </a:cubicBezTo>
                  <a:cubicBezTo>
                    <a:pt x="0" y="152"/>
                    <a:pt x="153" y="0"/>
                    <a:pt x="340" y="0"/>
                  </a:cubicBezTo>
                  <a:cubicBezTo>
                    <a:pt x="527" y="0"/>
                    <a:pt x="679" y="152"/>
                    <a:pt x="679" y="339"/>
                  </a:cubicBezTo>
                  <a:cubicBezTo>
                    <a:pt x="679" y="526"/>
                    <a:pt x="527" y="679"/>
                    <a:pt x="340" y="679"/>
                  </a:cubicBezTo>
                  <a:moveTo>
                    <a:pt x="340" y="60"/>
                  </a:moveTo>
                  <a:cubicBezTo>
                    <a:pt x="186" y="60"/>
                    <a:pt x="61" y="185"/>
                    <a:pt x="61" y="339"/>
                  </a:cubicBezTo>
                  <a:cubicBezTo>
                    <a:pt x="61" y="493"/>
                    <a:pt x="186" y="619"/>
                    <a:pt x="340" y="619"/>
                  </a:cubicBezTo>
                  <a:cubicBezTo>
                    <a:pt x="494" y="619"/>
                    <a:pt x="619" y="493"/>
                    <a:pt x="619" y="339"/>
                  </a:cubicBezTo>
                  <a:cubicBezTo>
                    <a:pt x="619" y="185"/>
                    <a:pt x="494" y="60"/>
                    <a:pt x="340" y="6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36700" lIns="81700" spcFirstLastPara="1" rIns="81700" wrap="square" tIns="3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40" name="Google Shape;140;p7"/>
          <p:cNvSpPr/>
          <p:nvPr/>
        </p:nvSpPr>
        <p:spPr>
          <a:xfrm>
            <a:off x="380880" y="343080"/>
            <a:ext cx="4428720" cy="666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4070" u="none" cap="none" strike="noStrike">
                <a:solidFill>
                  <a:srgbClr val="2B3652"/>
                </a:solidFill>
                <a:latin typeface="Work Sans Black"/>
                <a:ea typeface="Work Sans Black"/>
                <a:cs typeface="Work Sans Black"/>
                <a:sym typeface="Work Sans Black"/>
              </a:rPr>
              <a:t>合唱文化の違い</a:t>
            </a:r>
            <a:endParaRPr b="0" i="0" sz="407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380880" y="2790720"/>
            <a:ext cx="4428720" cy="837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2B3652"/>
                </a:solidFill>
                <a:latin typeface="Lato"/>
                <a:ea typeface="Lato"/>
                <a:cs typeface="Lato"/>
                <a:sym typeface="Lato"/>
              </a:rPr>
              <a:t>フィリピンの合唱と</a:t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2B3652"/>
                </a:solidFill>
                <a:latin typeface="Lato"/>
                <a:ea typeface="Lato"/>
                <a:cs typeface="Lato"/>
                <a:sym typeface="Lato"/>
              </a:rPr>
              <a:t>日本の合唱がどこちがう？</a:t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704880" y="466560"/>
            <a:ext cx="4066920" cy="609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40" u="none" cap="none" strike="noStrike">
                <a:solidFill>
                  <a:srgbClr val="2B3652"/>
                </a:solidFill>
                <a:latin typeface="Work Sans"/>
                <a:ea typeface="Work Sans"/>
                <a:cs typeface="Work Sans"/>
                <a:sym typeface="Work Sans"/>
              </a:rPr>
              <a:t>合唱</a:t>
            </a:r>
            <a:endParaRPr b="0" i="0" sz="20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40" u="none" cap="none" strike="noStrike">
                <a:solidFill>
                  <a:srgbClr val="2B3652"/>
                </a:solidFill>
                <a:latin typeface="Work Sans"/>
                <a:ea typeface="Work Sans"/>
                <a:cs typeface="Work Sans"/>
                <a:sym typeface="Work Sans"/>
              </a:rPr>
              <a:t>バックグラウンド</a:t>
            </a:r>
            <a:endParaRPr b="0" i="0" sz="20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866880" y="1486080"/>
            <a:ext cx="4009680" cy="3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2B3652"/>
                </a:solidFill>
                <a:latin typeface="Lato"/>
                <a:ea typeface="Lato"/>
                <a:cs typeface="Lato"/>
                <a:sym typeface="Lato"/>
              </a:rPr>
              <a:t>・10歳（小4？）から教会の合唱で歌っています</a:t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2B3652"/>
                </a:solidFill>
                <a:latin typeface="Lato"/>
                <a:ea typeface="Lato"/>
                <a:cs typeface="Lato"/>
                <a:sym typeface="Lato"/>
              </a:rPr>
              <a:t>・高校＞大学＞社会人</a:t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2B3652"/>
                </a:solidFill>
                <a:latin typeface="Lato"/>
                <a:ea typeface="Lato"/>
                <a:cs typeface="Lato"/>
                <a:sym typeface="Lato"/>
              </a:rPr>
              <a:t>・ストレス解消：Shouting in cursive</a:t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2B3652"/>
                </a:solidFill>
                <a:latin typeface="Lato"/>
                <a:ea typeface="Lato"/>
                <a:cs typeface="Lato"/>
                <a:sym typeface="Lato"/>
              </a:rPr>
              <a:t>・歌が上手だというわけない</a:t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2B3652"/>
                </a:solidFill>
                <a:latin typeface="Lato"/>
                <a:ea typeface="Lato"/>
                <a:cs typeface="Lato"/>
                <a:sym typeface="Lato"/>
              </a:rPr>
              <a:t>（経験積もった人だけ）</a:t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48" name="Google Shape;148;p8" title="25-12-C-124.jpg"/>
          <p:cNvPicPr preferRelativeResize="0"/>
          <p:nvPr/>
        </p:nvPicPr>
        <p:blipFill rotWithShape="1">
          <a:blip r:embed="rId3">
            <a:alphaModFix/>
          </a:blip>
          <a:srcRect b="0" l="7301" r="12378" t="0"/>
          <a:stretch/>
        </p:blipFill>
        <p:spPr>
          <a:xfrm>
            <a:off x="5766875" y="2554500"/>
            <a:ext cx="2708301" cy="224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1810" y="430926"/>
            <a:ext cx="2831434" cy="212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/>
        </p:nvSpPr>
        <p:spPr>
          <a:xfrm>
            <a:off x="857160" y="762120"/>
            <a:ext cx="190476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5000" u="none" cap="none" strike="noStrike">
                <a:solidFill>
                  <a:srgbClr val="2B3652"/>
                </a:solidFill>
                <a:latin typeface="Work Sans"/>
                <a:ea typeface="Work Sans"/>
                <a:cs typeface="Work Sans"/>
                <a:sym typeface="Work Sans"/>
              </a:rPr>
              <a:t>01</a:t>
            </a:r>
            <a:endParaRPr b="0" i="0" sz="5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857160" y="1428840"/>
            <a:ext cx="3990600" cy="60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3700" u="none" cap="none" strike="noStrike">
                <a:solidFill>
                  <a:srgbClr val="2B3652"/>
                </a:solidFill>
                <a:latin typeface="Work Sans"/>
                <a:ea typeface="Work Sans"/>
                <a:cs typeface="Work Sans"/>
                <a:sym typeface="Work Sans"/>
              </a:rPr>
              <a:t>合唱の存在</a:t>
            </a:r>
            <a:endParaRPr b="0" i="0" sz="37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961920" y="2467080"/>
            <a:ext cx="3209400" cy="167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2B3652"/>
                </a:solidFill>
                <a:latin typeface="Lato"/>
                <a:ea typeface="Lato"/>
                <a:cs typeface="Lato"/>
                <a:sym typeface="Lato"/>
              </a:rPr>
              <a:t>・フィリピンの合唱はほとんど教会（聖歌隊）、日本は幅広い</a:t>
            </a:r>
            <a:endParaRPr b="0" i="0" sz="1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2B3652"/>
                </a:solidFill>
                <a:latin typeface="Lato"/>
                <a:ea typeface="Lato"/>
                <a:cs typeface="Lato"/>
                <a:sym typeface="Lato"/>
              </a:rPr>
              <a:t>・フィリピン人ステレオタイプ：歌が上手、習い方ちがう</a:t>
            </a:r>
            <a:endParaRPr b="0" i="0" sz="16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/>
          <p:nvPr/>
        </p:nvSpPr>
        <p:spPr>
          <a:xfrm>
            <a:off x="857160" y="762120"/>
            <a:ext cx="7429320" cy="36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6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857160" y="1905120"/>
            <a:ext cx="742932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63" name="Google Shape;16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3300" y="2969304"/>
            <a:ext cx="2824849" cy="1851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075" y="560960"/>
            <a:ext cx="4403094" cy="2476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02552" y="2548850"/>
            <a:ext cx="1922501" cy="227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5176" y="672125"/>
            <a:ext cx="3651077" cy="243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5048280" y="762120"/>
            <a:ext cx="22856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5000" u="none" cap="none" strike="noStrike">
                <a:solidFill>
                  <a:srgbClr val="2B3652"/>
                </a:solidFill>
                <a:latin typeface="Work Sans"/>
                <a:ea typeface="Work Sans"/>
                <a:cs typeface="Work Sans"/>
                <a:sym typeface="Work Sans"/>
              </a:rPr>
              <a:t>02</a:t>
            </a:r>
            <a:endParaRPr b="0" i="0" sz="5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5048280" y="1428840"/>
            <a:ext cx="3238200" cy="60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3700" u="none" cap="none" strike="noStrike">
                <a:solidFill>
                  <a:srgbClr val="2B3652"/>
                </a:solidFill>
                <a:latin typeface="Work Sans"/>
                <a:ea typeface="Work Sans"/>
                <a:cs typeface="Work Sans"/>
                <a:sym typeface="Work Sans"/>
              </a:rPr>
              <a:t>練習のとき</a:t>
            </a:r>
            <a:endParaRPr b="0" i="0" sz="37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4238640" y="2448000"/>
            <a:ext cx="4514400" cy="2285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60" u="none" cap="none" strike="noStrike">
                <a:solidFill>
                  <a:srgbClr val="2B3652"/>
                </a:solidFill>
                <a:latin typeface="Lato"/>
                <a:ea typeface="Lato"/>
                <a:cs typeface="Lato"/>
                <a:sym typeface="Lato"/>
              </a:rPr>
              <a:t>・座っているvs 立っている</a:t>
            </a:r>
            <a:endParaRPr b="0" i="0" sz="136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6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60" u="none" cap="none" strike="noStrike">
                <a:solidFill>
                  <a:srgbClr val="2B3652"/>
                </a:solidFill>
                <a:latin typeface="Lato"/>
                <a:ea typeface="Lato"/>
                <a:cs typeface="Lato"/>
                <a:sym typeface="Lato"/>
              </a:rPr>
              <a:t>・フォーカス：技術 vs 解釈</a:t>
            </a:r>
            <a:endParaRPr b="0" i="0" sz="136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6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60" u="none" cap="none" strike="noStrike">
                <a:solidFill>
                  <a:srgbClr val="2B3652"/>
                </a:solidFill>
                <a:latin typeface="Lato"/>
                <a:ea typeface="Lato"/>
                <a:cs typeface="Lato"/>
                <a:sym typeface="Lato"/>
              </a:rPr>
              <a:t>・人と人との間隔：狭い vs 広い</a:t>
            </a:r>
            <a:endParaRPr b="0" i="0" sz="136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6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360" u="none" cap="none" strike="noStrike">
                <a:solidFill>
                  <a:srgbClr val="2B3652"/>
                </a:solidFill>
                <a:latin typeface="Lato"/>
                <a:ea typeface="Lato"/>
                <a:cs typeface="Lato"/>
                <a:sym typeface="Lato"/>
              </a:rPr>
              <a:t>・追加コメント・フィードバック</a:t>
            </a:r>
            <a:endParaRPr b="0" i="0" sz="136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Google Shape;178;p12"/>
          <p:cNvCxnSpPr/>
          <p:nvPr/>
        </p:nvCxnSpPr>
        <p:spPr>
          <a:xfrm>
            <a:off x="524160" y="1257120"/>
            <a:ext cx="7851600" cy="36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12"/>
          <p:cNvSpPr/>
          <p:nvPr/>
        </p:nvSpPr>
        <p:spPr>
          <a:xfrm>
            <a:off x="371520" y="647640"/>
            <a:ext cx="8391240" cy="380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95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523800" y="1447920"/>
            <a:ext cx="784836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81" name="Google Shape;18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525" y="1560925"/>
            <a:ext cx="4209849" cy="262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6374" y="1560920"/>
            <a:ext cx="4257825" cy="2661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7" name="Google Shape;187;p13"/>
          <p:cNvCxnSpPr/>
          <p:nvPr/>
        </p:nvCxnSpPr>
        <p:spPr>
          <a:xfrm>
            <a:off x="524160" y="1257120"/>
            <a:ext cx="7851600" cy="36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3"/>
          <p:cNvSpPr/>
          <p:nvPr/>
        </p:nvSpPr>
        <p:spPr>
          <a:xfrm>
            <a:off x="371520" y="647640"/>
            <a:ext cx="8391240" cy="380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325" u="none" cap="none" strike="noStrike">
                <a:solidFill>
                  <a:srgbClr val="2B3652"/>
                </a:solidFill>
                <a:latin typeface="Work Sans"/>
                <a:ea typeface="Work Sans"/>
                <a:cs typeface="Work Sans"/>
                <a:sym typeface="Work Sans"/>
              </a:rPr>
              <a:t>03 コンサートチラシのデザイン</a:t>
            </a:r>
            <a:endParaRPr b="0" i="0" sz="2325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523800" y="1447920"/>
            <a:ext cx="784836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90" name="Google Shape;19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925" y="1486445"/>
            <a:ext cx="2075686" cy="2895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1930" y="3260825"/>
            <a:ext cx="2303875" cy="1514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2881" y="1341820"/>
            <a:ext cx="2895780" cy="2895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7936" y="1880020"/>
            <a:ext cx="2021991" cy="2895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razil's Racial Quotas Thesis Defense by Slidesgo">
  <a:themeElements>
    <a:clrScheme name="Simple Light">
      <a:dk1>
        <a:srgbClr val="2B3652"/>
      </a:dk1>
      <a:lt1>
        <a:srgbClr val="FFFFFF"/>
      </a:lt1>
      <a:dk2>
        <a:srgbClr val="000000"/>
      </a:dk2>
      <a:lt2>
        <a:srgbClr val="3E5079"/>
      </a:lt2>
      <a:accent1>
        <a:srgbClr val="536BA2"/>
      </a:accent1>
      <a:accent2>
        <a:srgbClr val="788CBA"/>
      </a:accent2>
      <a:accent3>
        <a:srgbClr val="A1AECE"/>
      </a:accent3>
      <a:accent4>
        <a:srgbClr val="CAD1E3"/>
      </a:accent4>
      <a:accent5>
        <a:srgbClr val="F2F3F8"/>
      </a:accent5>
      <a:accent6>
        <a:srgbClr val="FFFFFF"/>
      </a:accent6>
      <a:hlink>
        <a:srgbClr val="2B36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